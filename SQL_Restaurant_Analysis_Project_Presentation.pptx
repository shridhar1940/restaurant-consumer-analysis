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13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75" r:id="rId3"/>
    <p:sldId id="257" r:id="rId4"/>
    <p:sldId id="258" r:id="rId5"/>
    <p:sldId id="259" r:id="rId6"/>
    <p:sldId id="260" r:id="rId7"/>
    <p:sldId id="277" r:id="rId28"/>
    <p:sldId id="278" r:id="rId29"/>
    <p:sldId id="262" r:id="rId9"/>
    <p:sldId id="261" r:id="rId8"/>
    <p:sldId id="267" r:id="rId14"/>
    <p:sldId id="265" r:id="rId12"/>
    <p:sldId id="279" r:id="rId30"/>
    <p:sldId id="280" r:id="rId31"/>
    <p:sldId id="281" r:id="rId32"/>
    <p:sldId id="282" r:id="rId33"/>
    <p:sldId id="283" r:id="rId34"/>
    <p:sldId id="269" r:id="rId17"/>
    <p:sldId id="270" r:id="rId18"/>
    <p:sldId id="271" r:id="rId19"/>
    <p:sldId id="272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D487EC9-DC4C-49BF-B7AD-81C7CDD72D24}" v="15" dt="2026-08-28T11:47:38.0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23" Type="http://schemas.openxmlformats.org/officeDocument/2006/relationships/viewProps" Target="viewProps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  <Relationship Id="rId28" Type="http://schemas.openxmlformats.org/officeDocument/2006/relationships/slide" Target="slides/slide20.xml"/>
  <Relationship Id="rId29" Type="http://schemas.openxmlformats.org/officeDocument/2006/relationships/slide" Target="slides/slide21.xml"/>
  <Relationship Id="rId30" Type="http://schemas.openxmlformats.org/officeDocument/2006/relationships/slide" Target="slides/slide22.xml"/>
  <Relationship Id="rId31" Type="http://schemas.openxmlformats.org/officeDocument/2006/relationships/slide" Target="slides/slide23.xml"/>
  <Relationship Id="rId32" Type="http://schemas.openxmlformats.org/officeDocument/2006/relationships/slide" Target="slides/slide24.xml"/>
  <Relationship Id="rId33" Type="http://schemas.openxmlformats.org/officeDocument/2006/relationships/slide" Target="slides/slide25.xml"/>
  <Relationship Id="rId34" Type="http://schemas.openxmlformats.org/officeDocument/2006/relationships/slide" Target="slides/slide26.xml"/>
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ridhar balla" userId="d26eb9566041ae58" providerId="LiveId" clId="{A08CC999-18A6-407A-9451-1232DF5B7631}"/>
    <pc:docChg chg="undo redo custSel addSld modSld">
      <pc:chgData name="shridhar balla" userId="d26eb9566041ae58" providerId="LiveId" clId="{A08CC999-18A6-407A-9451-1232DF5B7631}" dt="2026-08-28T11:47:38.031" v="659"/>
      <pc:docMkLst>
        <pc:docMk/>
      </pc:docMkLst>
      <pc:sldChg chg="delSp modSp mod">
        <pc:chgData name="shridhar balla" userId="d26eb9566041ae58" providerId="LiveId" clId="{A08CC999-18A6-407A-9451-1232DF5B7631}" dt="2026-08-28T10:24:49.006" v="398" actId="14100"/>
        <pc:sldMkLst>
          <pc:docMk/>
          <pc:sldMk cId="0" sldId="257"/>
        </pc:sldMkLst>
        <pc:spChg chg="mod">
          <ac:chgData name="shridhar balla" userId="d26eb9566041ae58" providerId="LiveId" clId="{A08CC999-18A6-407A-9451-1232DF5B7631}" dt="2026-08-28T10:24:49.006" v="398" actId="14100"/>
          <ac:spMkLst>
            <pc:docMk/>
            <pc:sldMk cId="0" sldId="257"/>
            <ac:spMk id="4" creationId="{00000000-0000-0000-0000-000000000000}"/>
          </ac:spMkLst>
        </pc:spChg>
        <pc:spChg chg="del">
          <ac:chgData name="shridhar balla" userId="d26eb9566041ae58" providerId="LiveId" clId="{A08CC999-18A6-407A-9451-1232DF5B7631}" dt="2026-08-28T09:38:44.175" v="348" actId="478"/>
          <ac:spMkLst>
            <pc:docMk/>
            <pc:sldMk cId="0" sldId="257"/>
            <ac:spMk id="5" creationId="{00000000-0000-0000-0000-000000000000}"/>
          </ac:spMkLst>
        </pc:spChg>
        <pc:spChg chg="del">
          <ac:chgData name="shridhar balla" userId="d26eb9566041ae58" providerId="LiveId" clId="{A08CC999-18A6-407A-9451-1232DF5B7631}" dt="2026-08-28T09:38:25.006" v="338" actId="478"/>
          <ac:spMkLst>
            <pc:docMk/>
            <pc:sldMk cId="0" sldId="257"/>
            <ac:spMk id="6" creationId="{00000000-0000-0000-0000-000000000000}"/>
          </ac:spMkLst>
        </pc:spChg>
        <pc:spChg chg="del mod">
          <ac:chgData name="shridhar balla" userId="d26eb9566041ae58" providerId="LiveId" clId="{A08CC999-18A6-407A-9451-1232DF5B7631}" dt="2026-08-28T09:38:23.740" v="337" actId="478"/>
          <ac:spMkLst>
            <pc:docMk/>
            <pc:sldMk cId="0" sldId="257"/>
            <ac:spMk id="7" creationId="{00000000-0000-0000-0000-000000000000}"/>
          </ac:spMkLst>
        </pc:spChg>
        <pc:spChg chg="del mod">
          <ac:chgData name="shridhar balla" userId="d26eb9566041ae58" providerId="LiveId" clId="{A08CC999-18A6-407A-9451-1232DF5B7631}" dt="2026-08-28T09:38:20.903" v="336" actId="478"/>
          <ac:spMkLst>
            <pc:docMk/>
            <pc:sldMk cId="0" sldId="257"/>
            <ac:spMk id="8" creationId="{00000000-0000-0000-0000-000000000000}"/>
          </ac:spMkLst>
        </pc:spChg>
        <pc:spChg chg="del">
          <ac:chgData name="shridhar balla" userId="d26eb9566041ae58" providerId="LiveId" clId="{A08CC999-18A6-407A-9451-1232DF5B7631}" dt="2026-08-28T09:38:29.224" v="340" actId="478"/>
          <ac:spMkLst>
            <pc:docMk/>
            <pc:sldMk cId="0" sldId="257"/>
            <ac:spMk id="9" creationId="{00000000-0000-0000-0000-000000000000}"/>
          </ac:spMkLst>
        </pc:spChg>
        <pc:spChg chg="del">
          <ac:chgData name="shridhar balla" userId="d26eb9566041ae58" providerId="LiveId" clId="{A08CC999-18A6-407A-9451-1232DF5B7631}" dt="2026-08-28T09:38:27.828" v="339" actId="478"/>
          <ac:spMkLst>
            <pc:docMk/>
            <pc:sldMk cId="0" sldId="257"/>
            <ac:spMk id="10" creationId="{00000000-0000-0000-0000-000000000000}"/>
          </ac:spMkLst>
        </pc:spChg>
        <pc:spChg chg="del">
          <ac:chgData name="shridhar balla" userId="d26eb9566041ae58" providerId="LiveId" clId="{A08CC999-18A6-407A-9451-1232DF5B7631}" dt="2026-08-28T09:38:30.744" v="341" actId="478"/>
          <ac:spMkLst>
            <pc:docMk/>
            <pc:sldMk cId="0" sldId="257"/>
            <ac:spMk id="11" creationId="{00000000-0000-0000-0000-000000000000}"/>
          </ac:spMkLst>
        </pc:spChg>
        <pc:spChg chg="del">
          <ac:chgData name="shridhar balla" userId="d26eb9566041ae58" providerId="LiveId" clId="{A08CC999-18A6-407A-9451-1232DF5B7631}" dt="2026-08-28T09:38:35.083" v="344" actId="478"/>
          <ac:spMkLst>
            <pc:docMk/>
            <pc:sldMk cId="0" sldId="257"/>
            <ac:spMk id="12" creationId="{00000000-0000-0000-0000-000000000000}"/>
          </ac:spMkLst>
        </pc:spChg>
        <pc:spChg chg="del">
          <ac:chgData name="shridhar balla" userId="d26eb9566041ae58" providerId="LiveId" clId="{A08CC999-18A6-407A-9451-1232DF5B7631}" dt="2026-08-28T09:38:32.367" v="342" actId="478"/>
          <ac:spMkLst>
            <pc:docMk/>
            <pc:sldMk cId="0" sldId="257"/>
            <ac:spMk id="13" creationId="{00000000-0000-0000-0000-000000000000}"/>
          </ac:spMkLst>
        </pc:spChg>
        <pc:spChg chg="del">
          <ac:chgData name="shridhar balla" userId="d26eb9566041ae58" providerId="LiveId" clId="{A08CC999-18A6-407A-9451-1232DF5B7631}" dt="2026-08-28T09:38:33.784" v="343" actId="478"/>
          <ac:spMkLst>
            <pc:docMk/>
            <pc:sldMk cId="0" sldId="257"/>
            <ac:spMk id="14" creationId="{00000000-0000-0000-0000-000000000000}"/>
          </ac:spMkLst>
        </pc:spChg>
        <pc:spChg chg="del">
          <ac:chgData name="shridhar balla" userId="d26eb9566041ae58" providerId="LiveId" clId="{A08CC999-18A6-407A-9451-1232DF5B7631}" dt="2026-08-28T09:38:39.972" v="347" actId="478"/>
          <ac:spMkLst>
            <pc:docMk/>
            <pc:sldMk cId="0" sldId="257"/>
            <ac:spMk id="15" creationId="{00000000-0000-0000-0000-000000000000}"/>
          </ac:spMkLst>
        </pc:spChg>
        <pc:spChg chg="del">
          <ac:chgData name="shridhar balla" userId="d26eb9566041ae58" providerId="LiveId" clId="{A08CC999-18A6-407A-9451-1232DF5B7631}" dt="2026-08-28T09:38:36.672" v="345" actId="478"/>
          <ac:spMkLst>
            <pc:docMk/>
            <pc:sldMk cId="0" sldId="257"/>
            <ac:spMk id="16" creationId="{00000000-0000-0000-0000-000000000000}"/>
          </ac:spMkLst>
        </pc:spChg>
        <pc:spChg chg="del">
          <ac:chgData name="shridhar balla" userId="d26eb9566041ae58" providerId="LiveId" clId="{A08CC999-18A6-407A-9451-1232DF5B7631}" dt="2026-08-28T09:38:38.614" v="346" actId="478"/>
          <ac:spMkLst>
            <pc:docMk/>
            <pc:sldMk cId="0" sldId="257"/>
            <ac:spMk id="17" creationId="{00000000-0000-0000-0000-000000000000}"/>
          </ac:spMkLst>
        </pc:spChg>
      </pc:sldChg>
      <pc:sldChg chg="addSp delSp modSp mod">
        <pc:chgData name="shridhar balla" userId="d26eb9566041ae58" providerId="LiveId" clId="{A08CC999-18A6-407A-9451-1232DF5B7631}" dt="2026-08-28T10:24:41.064" v="397" actId="14100"/>
        <pc:sldMkLst>
          <pc:docMk/>
          <pc:sldMk cId="0" sldId="258"/>
        </pc:sldMkLst>
        <pc:spChg chg="del">
          <ac:chgData name="shridhar balla" userId="d26eb9566041ae58" providerId="LiveId" clId="{A08CC999-18A6-407A-9451-1232DF5B7631}" dt="2026-08-28T09:40:16.879" v="373" actId="478"/>
          <ac:spMkLst>
            <pc:docMk/>
            <pc:sldMk cId="0" sldId="258"/>
            <ac:spMk id="4" creationId="{00000000-0000-0000-0000-000000000000}"/>
          </ac:spMkLst>
        </pc:spChg>
        <pc:spChg chg="del">
          <ac:chgData name="shridhar balla" userId="d26eb9566041ae58" providerId="LiveId" clId="{A08CC999-18A6-407A-9451-1232DF5B7631}" dt="2026-08-28T09:40:15.756" v="372" actId="478"/>
          <ac:spMkLst>
            <pc:docMk/>
            <pc:sldMk cId="0" sldId="258"/>
            <ac:spMk id="5" creationId="{00000000-0000-0000-0000-000000000000}"/>
          </ac:spMkLst>
        </pc:spChg>
        <pc:spChg chg="del">
          <ac:chgData name="shridhar balla" userId="d26eb9566041ae58" providerId="LiveId" clId="{A08CC999-18A6-407A-9451-1232DF5B7631}" dt="2026-08-28T09:40:19.709" v="375" actId="478"/>
          <ac:spMkLst>
            <pc:docMk/>
            <pc:sldMk cId="0" sldId="258"/>
            <ac:spMk id="6" creationId="{00000000-0000-0000-0000-000000000000}"/>
          </ac:spMkLst>
        </pc:spChg>
        <pc:spChg chg="del">
          <ac:chgData name="shridhar balla" userId="d26eb9566041ae58" providerId="LiveId" clId="{A08CC999-18A6-407A-9451-1232DF5B7631}" dt="2026-08-28T09:40:18.545" v="374" actId="478"/>
          <ac:spMkLst>
            <pc:docMk/>
            <pc:sldMk cId="0" sldId="258"/>
            <ac:spMk id="7" creationId="{00000000-0000-0000-0000-000000000000}"/>
          </ac:spMkLst>
        </pc:spChg>
        <pc:spChg chg="del">
          <ac:chgData name="shridhar balla" userId="d26eb9566041ae58" providerId="LiveId" clId="{A08CC999-18A6-407A-9451-1232DF5B7631}" dt="2026-08-28T09:40:22.298" v="377" actId="478"/>
          <ac:spMkLst>
            <pc:docMk/>
            <pc:sldMk cId="0" sldId="258"/>
            <ac:spMk id="8" creationId="{00000000-0000-0000-0000-000000000000}"/>
          </ac:spMkLst>
        </pc:spChg>
        <pc:spChg chg="del">
          <ac:chgData name="shridhar balla" userId="d26eb9566041ae58" providerId="LiveId" clId="{A08CC999-18A6-407A-9451-1232DF5B7631}" dt="2026-08-28T09:40:21.141" v="376" actId="478"/>
          <ac:spMkLst>
            <pc:docMk/>
            <pc:sldMk cId="0" sldId="258"/>
            <ac:spMk id="9" creationId="{00000000-0000-0000-0000-000000000000}"/>
          </ac:spMkLst>
        </pc:spChg>
        <pc:spChg chg="del">
          <ac:chgData name="shridhar balla" userId="d26eb9566041ae58" providerId="LiveId" clId="{A08CC999-18A6-407A-9451-1232DF5B7631}" dt="2026-08-28T09:40:23.903" v="378" actId="478"/>
          <ac:spMkLst>
            <pc:docMk/>
            <pc:sldMk cId="0" sldId="258"/>
            <ac:spMk id="10" creationId="{00000000-0000-0000-0000-000000000000}"/>
          </ac:spMkLst>
        </pc:spChg>
        <pc:spChg chg="del">
          <ac:chgData name="shridhar balla" userId="d26eb9566041ae58" providerId="LiveId" clId="{A08CC999-18A6-407A-9451-1232DF5B7631}" dt="2026-08-28T09:40:24.879" v="379" actId="478"/>
          <ac:spMkLst>
            <pc:docMk/>
            <pc:sldMk cId="0" sldId="258"/>
            <ac:spMk id="11" creationId="{00000000-0000-0000-0000-000000000000}"/>
          </ac:spMkLst>
        </pc:spChg>
        <pc:spChg chg="add mod">
          <ac:chgData name="shridhar balla" userId="d26eb9566041ae58" providerId="LiveId" clId="{A08CC999-18A6-407A-9451-1232DF5B7631}" dt="2026-08-28T10:24:41.064" v="397" actId="14100"/>
          <ac:spMkLst>
            <pc:docMk/>
            <pc:sldMk cId="0" sldId="258"/>
            <ac:spMk id="16" creationId="{67A0B47D-E9D4-8153-BFC9-F818E6F8C54C}"/>
          </ac:spMkLst>
        </pc:spChg>
      </pc:sldChg>
      <pc:sldChg chg="addSp delSp modSp mod">
        <pc:chgData name="shridhar balla" userId="d26eb9566041ae58" providerId="LiveId" clId="{A08CC999-18A6-407A-9451-1232DF5B7631}" dt="2026-08-28T10:27:16.715" v="439" actId="5793"/>
        <pc:sldMkLst>
          <pc:docMk/>
          <pc:sldMk cId="0" sldId="259"/>
        </pc:sldMkLst>
        <pc:spChg chg="del">
          <ac:chgData name="shridhar balla" userId="d26eb9566041ae58" providerId="LiveId" clId="{A08CC999-18A6-407A-9451-1232DF5B7631}" dt="2026-08-28T10:25:47.512" v="401" actId="478"/>
          <ac:spMkLst>
            <pc:docMk/>
            <pc:sldMk cId="0" sldId="259"/>
            <ac:spMk id="4" creationId="{00000000-0000-0000-0000-000000000000}"/>
          </ac:spMkLst>
        </pc:spChg>
        <pc:spChg chg="del">
          <ac:chgData name="shridhar balla" userId="d26eb9566041ae58" providerId="LiveId" clId="{A08CC999-18A6-407A-9451-1232DF5B7631}" dt="2026-08-28T10:25:44.491" v="399" actId="478"/>
          <ac:spMkLst>
            <pc:docMk/>
            <pc:sldMk cId="0" sldId="259"/>
            <ac:spMk id="5" creationId="{00000000-0000-0000-0000-000000000000}"/>
          </ac:spMkLst>
        </pc:spChg>
        <pc:spChg chg="del">
          <ac:chgData name="shridhar balla" userId="d26eb9566041ae58" providerId="LiveId" clId="{A08CC999-18A6-407A-9451-1232DF5B7631}" dt="2026-08-28T10:25:46.096" v="400" actId="478"/>
          <ac:spMkLst>
            <pc:docMk/>
            <pc:sldMk cId="0" sldId="259"/>
            <ac:spMk id="6" creationId="{00000000-0000-0000-0000-000000000000}"/>
          </ac:spMkLst>
        </pc:spChg>
        <pc:spChg chg="del">
          <ac:chgData name="shridhar balla" userId="d26eb9566041ae58" providerId="LiveId" clId="{A08CC999-18A6-407A-9451-1232DF5B7631}" dt="2026-08-28T10:26:00.262" v="409" actId="478"/>
          <ac:spMkLst>
            <pc:docMk/>
            <pc:sldMk cId="0" sldId="259"/>
            <ac:spMk id="7" creationId="{00000000-0000-0000-0000-000000000000}"/>
          </ac:spMkLst>
        </pc:spChg>
        <pc:spChg chg="del">
          <ac:chgData name="shridhar balla" userId="d26eb9566041ae58" providerId="LiveId" clId="{A08CC999-18A6-407A-9451-1232DF5B7631}" dt="2026-08-28T10:25:58.921" v="408" actId="478"/>
          <ac:spMkLst>
            <pc:docMk/>
            <pc:sldMk cId="0" sldId="259"/>
            <ac:spMk id="8" creationId="{00000000-0000-0000-0000-000000000000}"/>
          </ac:spMkLst>
        </pc:spChg>
        <pc:spChg chg="del">
          <ac:chgData name="shridhar balla" userId="d26eb9566041ae58" providerId="LiveId" clId="{A08CC999-18A6-407A-9451-1232DF5B7631}" dt="2026-08-28T10:26:02.115" v="410" actId="478"/>
          <ac:spMkLst>
            <pc:docMk/>
            <pc:sldMk cId="0" sldId="259"/>
            <ac:spMk id="9" creationId="{00000000-0000-0000-0000-000000000000}"/>
          </ac:spMkLst>
        </pc:spChg>
        <pc:spChg chg="del">
          <ac:chgData name="shridhar balla" userId="d26eb9566041ae58" providerId="LiveId" clId="{A08CC999-18A6-407A-9451-1232DF5B7631}" dt="2026-08-28T10:25:50.559" v="403" actId="478"/>
          <ac:spMkLst>
            <pc:docMk/>
            <pc:sldMk cId="0" sldId="259"/>
            <ac:spMk id="10" creationId="{00000000-0000-0000-0000-000000000000}"/>
          </ac:spMkLst>
        </pc:spChg>
        <pc:spChg chg="del">
          <ac:chgData name="shridhar balla" userId="d26eb9566041ae58" providerId="LiveId" clId="{A08CC999-18A6-407A-9451-1232DF5B7631}" dt="2026-08-28T10:25:49.146" v="402" actId="478"/>
          <ac:spMkLst>
            <pc:docMk/>
            <pc:sldMk cId="0" sldId="259"/>
            <ac:spMk id="11" creationId="{00000000-0000-0000-0000-000000000000}"/>
          </ac:spMkLst>
        </pc:spChg>
        <pc:spChg chg="del">
          <ac:chgData name="shridhar balla" userId="d26eb9566041ae58" providerId="LiveId" clId="{A08CC999-18A6-407A-9451-1232DF5B7631}" dt="2026-08-28T10:25:52.148" v="404" actId="478"/>
          <ac:spMkLst>
            <pc:docMk/>
            <pc:sldMk cId="0" sldId="259"/>
            <ac:spMk id="12" creationId="{00000000-0000-0000-0000-000000000000}"/>
          </ac:spMkLst>
        </pc:spChg>
        <pc:spChg chg="del">
          <ac:chgData name="shridhar balla" userId="d26eb9566041ae58" providerId="LiveId" clId="{A08CC999-18A6-407A-9451-1232DF5B7631}" dt="2026-08-28T10:26:04.979" v="412" actId="478"/>
          <ac:spMkLst>
            <pc:docMk/>
            <pc:sldMk cId="0" sldId="259"/>
            <ac:spMk id="13" creationId="{00000000-0000-0000-0000-000000000000}"/>
          </ac:spMkLst>
        </pc:spChg>
        <pc:spChg chg="del">
          <ac:chgData name="shridhar balla" userId="d26eb9566041ae58" providerId="LiveId" clId="{A08CC999-18A6-407A-9451-1232DF5B7631}" dt="2026-08-28T10:26:03.774" v="411" actId="478"/>
          <ac:spMkLst>
            <pc:docMk/>
            <pc:sldMk cId="0" sldId="259"/>
            <ac:spMk id="14" creationId="{00000000-0000-0000-0000-000000000000}"/>
          </ac:spMkLst>
        </pc:spChg>
        <pc:spChg chg="del">
          <ac:chgData name="shridhar balla" userId="d26eb9566041ae58" providerId="LiveId" clId="{A08CC999-18A6-407A-9451-1232DF5B7631}" dt="2026-08-28T10:26:06.498" v="413" actId="478"/>
          <ac:spMkLst>
            <pc:docMk/>
            <pc:sldMk cId="0" sldId="259"/>
            <ac:spMk id="15" creationId="{00000000-0000-0000-0000-000000000000}"/>
          </ac:spMkLst>
        </pc:spChg>
        <pc:spChg chg="del">
          <ac:chgData name="shridhar balla" userId="d26eb9566041ae58" providerId="LiveId" clId="{A08CC999-18A6-407A-9451-1232DF5B7631}" dt="2026-08-28T10:25:55.262" v="406" actId="478"/>
          <ac:spMkLst>
            <pc:docMk/>
            <pc:sldMk cId="0" sldId="259"/>
            <ac:spMk id="16" creationId="{00000000-0000-0000-0000-000000000000}"/>
          </ac:spMkLst>
        </pc:spChg>
        <pc:spChg chg="del">
          <ac:chgData name="shridhar balla" userId="d26eb9566041ae58" providerId="LiveId" clId="{A08CC999-18A6-407A-9451-1232DF5B7631}" dt="2026-08-28T10:25:53.908" v="405" actId="478"/>
          <ac:spMkLst>
            <pc:docMk/>
            <pc:sldMk cId="0" sldId="259"/>
            <ac:spMk id="17" creationId="{00000000-0000-0000-0000-000000000000}"/>
          </ac:spMkLst>
        </pc:spChg>
        <pc:spChg chg="del">
          <ac:chgData name="shridhar balla" userId="d26eb9566041ae58" providerId="LiveId" clId="{A08CC999-18A6-407A-9451-1232DF5B7631}" dt="2026-08-28T10:25:56.887" v="407" actId="478"/>
          <ac:spMkLst>
            <pc:docMk/>
            <pc:sldMk cId="0" sldId="259"/>
            <ac:spMk id="18" creationId="{00000000-0000-0000-0000-000000000000}"/>
          </ac:spMkLst>
        </pc:spChg>
        <pc:spChg chg="del">
          <ac:chgData name="shridhar balla" userId="d26eb9566041ae58" providerId="LiveId" clId="{A08CC999-18A6-407A-9451-1232DF5B7631}" dt="2026-08-28T10:26:09.310" v="415" actId="478"/>
          <ac:spMkLst>
            <pc:docMk/>
            <pc:sldMk cId="0" sldId="259"/>
            <ac:spMk id="19" creationId="{00000000-0000-0000-0000-000000000000}"/>
          </ac:spMkLst>
        </pc:spChg>
        <pc:spChg chg="del">
          <ac:chgData name="shridhar balla" userId="d26eb9566041ae58" providerId="LiveId" clId="{A08CC999-18A6-407A-9451-1232DF5B7631}" dt="2026-08-28T10:26:08.064" v="414" actId="478"/>
          <ac:spMkLst>
            <pc:docMk/>
            <pc:sldMk cId="0" sldId="259"/>
            <ac:spMk id="20" creationId="{00000000-0000-0000-0000-000000000000}"/>
          </ac:spMkLst>
        </pc:spChg>
        <pc:spChg chg="del">
          <ac:chgData name="shridhar balla" userId="d26eb9566041ae58" providerId="LiveId" clId="{A08CC999-18A6-407A-9451-1232DF5B7631}" dt="2026-08-28T10:26:10.754" v="416" actId="478"/>
          <ac:spMkLst>
            <pc:docMk/>
            <pc:sldMk cId="0" sldId="259"/>
            <ac:spMk id="21" creationId="{00000000-0000-0000-0000-000000000000}"/>
          </ac:spMkLst>
        </pc:spChg>
        <pc:spChg chg="add mod">
          <ac:chgData name="shridhar balla" userId="d26eb9566041ae58" providerId="LiveId" clId="{A08CC999-18A6-407A-9451-1232DF5B7631}" dt="2026-08-28T10:27:16.715" v="439" actId="5793"/>
          <ac:spMkLst>
            <pc:docMk/>
            <pc:sldMk cId="0" sldId="259"/>
            <ac:spMk id="30" creationId="{66231FC3-B633-C036-0D09-3130678B6A89}"/>
          </ac:spMkLst>
        </pc:spChg>
        <pc:picChg chg="add del">
          <ac:chgData name="shridhar balla" userId="d26eb9566041ae58" providerId="LiveId" clId="{A08CC999-18A6-407A-9451-1232DF5B7631}" dt="2026-08-28T10:26:17.151" v="418" actId="478"/>
          <ac:picMkLst>
            <pc:docMk/>
            <pc:sldMk cId="0" sldId="259"/>
            <ac:picMk id="26" creationId="{A819E722-618A-EF03-D7F5-F44C1C460F54}"/>
          </ac:picMkLst>
        </pc:picChg>
        <pc:picChg chg="add del">
          <ac:chgData name="shridhar balla" userId="d26eb9566041ae58" providerId="LiveId" clId="{A08CC999-18A6-407A-9451-1232DF5B7631}" dt="2026-08-28T10:26:27.008" v="420" actId="478"/>
          <ac:picMkLst>
            <pc:docMk/>
            <pc:sldMk cId="0" sldId="259"/>
            <ac:picMk id="28" creationId="{2A7CC88A-873B-263D-BFAE-D1A9BD1864BD}"/>
          </ac:picMkLst>
        </pc:picChg>
      </pc:sldChg>
      <pc:sldChg chg="delSp modSp mod">
        <pc:chgData name="shridhar balla" userId="d26eb9566041ae58" providerId="LiveId" clId="{A08CC999-18A6-407A-9451-1232DF5B7631}" dt="2026-08-28T10:41:39.186" v="554" actId="255"/>
        <pc:sldMkLst>
          <pc:docMk/>
          <pc:sldMk cId="0" sldId="260"/>
        </pc:sldMkLst>
        <pc:spChg chg="mod">
          <ac:chgData name="shridhar balla" userId="d26eb9566041ae58" providerId="LiveId" clId="{A08CC999-18A6-407A-9451-1232DF5B7631}" dt="2026-08-28T10:41:27.999" v="553" actId="255"/>
          <ac:spMkLst>
            <pc:docMk/>
            <pc:sldMk cId="0" sldId="260"/>
            <ac:spMk id="5" creationId="{00000000-0000-0000-0000-000000000000}"/>
          </ac:spMkLst>
        </pc:spChg>
        <pc:spChg chg="mod">
          <ac:chgData name="shridhar balla" userId="d26eb9566041ae58" providerId="LiveId" clId="{A08CC999-18A6-407A-9451-1232DF5B7631}" dt="2026-08-28T10:41:39.186" v="554" actId="255"/>
          <ac:spMkLst>
            <pc:docMk/>
            <pc:sldMk cId="0" sldId="260"/>
            <ac:spMk id="7" creationId="{00000000-0000-0000-0000-000000000000}"/>
          </ac:spMkLst>
        </pc:spChg>
        <pc:spChg chg="del">
          <ac:chgData name="shridhar balla" userId="d26eb9566041ae58" providerId="LiveId" clId="{A08CC999-18A6-407A-9451-1232DF5B7631}" dt="2026-08-28T10:41:10.792" v="551" actId="478"/>
          <ac:spMkLst>
            <pc:docMk/>
            <pc:sldMk cId="0" sldId="260"/>
            <ac:spMk id="8" creationId="{00000000-0000-0000-0000-000000000000}"/>
          </ac:spMkLst>
        </pc:spChg>
        <pc:spChg chg="del">
          <ac:chgData name="shridhar balla" userId="d26eb9566041ae58" providerId="LiveId" clId="{A08CC999-18A6-407A-9451-1232DF5B7631}" dt="2026-08-28T10:41:10.238" v="550" actId="478"/>
          <ac:spMkLst>
            <pc:docMk/>
            <pc:sldMk cId="0" sldId="260"/>
            <ac:spMk id="9" creationId="{00000000-0000-0000-0000-000000000000}"/>
          </ac:spMkLst>
        </pc:spChg>
        <pc:spChg chg="del">
          <ac:chgData name="shridhar balla" userId="d26eb9566041ae58" providerId="LiveId" clId="{A08CC999-18A6-407A-9451-1232DF5B7631}" dt="2026-08-28T10:41:07.489" v="548" actId="478"/>
          <ac:spMkLst>
            <pc:docMk/>
            <pc:sldMk cId="0" sldId="260"/>
            <ac:spMk id="10" creationId="{00000000-0000-0000-0000-000000000000}"/>
          </ac:spMkLst>
        </pc:spChg>
        <pc:spChg chg="del">
          <ac:chgData name="shridhar balla" userId="d26eb9566041ae58" providerId="LiveId" clId="{A08CC999-18A6-407A-9451-1232DF5B7631}" dt="2026-08-28T10:41:06.424" v="547" actId="478"/>
          <ac:spMkLst>
            <pc:docMk/>
            <pc:sldMk cId="0" sldId="260"/>
            <ac:spMk id="11" creationId="{00000000-0000-0000-0000-000000000000}"/>
          </ac:spMkLst>
        </pc:spChg>
        <pc:spChg chg="del">
          <ac:chgData name="shridhar balla" userId="d26eb9566041ae58" providerId="LiveId" clId="{A08CC999-18A6-407A-9451-1232DF5B7631}" dt="2026-08-28T10:41:08.692" v="549" actId="478"/>
          <ac:spMkLst>
            <pc:docMk/>
            <pc:sldMk cId="0" sldId="260"/>
            <ac:spMk id="12" creationId="{00000000-0000-0000-0000-000000000000}"/>
          </ac:spMkLst>
        </pc:spChg>
        <pc:spChg chg="del">
          <ac:chgData name="shridhar balla" userId="d26eb9566041ae58" providerId="LiveId" clId="{A08CC999-18A6-407A-9451-1232DF5B7631}" dt="2026-08-28T10:41:05.159" v="546" actId="478"/>
          <ac:spMkLst>
            <pc:docMk/>
            <pc:sldMk cId="0" sldId="260"/>
            <ac:spMk id="13" creationId="{00000000-0000-0000-0000-000000000000}"/>
          </ac:spMkLst>
        </pc:spChg>
        <pc:spChg chg="del">
          <ac:chgData name="shridhar balla" userId="d26eb9566041ae58" providerId="LiveId" clId="{A08CC999-18A6-407A-9451-1232DF5B7631}" dt="2026-08-28T10:41:04.098" v="545" actId="478"/>
          <ac:spMkLst>
            <pc:docMk/>
            <pc:sldMk cId="0" sldId="260"/>
            <ac:spMk id="14" creationId="{00000000-0000-0000-0000-000000000000}"/>
          </ac:spMkLst>
        </pc:spChg>
        <pc:spChg chg="del mod">
          <ac:chgData name="shridhar balla" userId="d26eb9566041ae58" providerId="LiveId" clId="{A08CC999-18A6-407A-9451-1232DF5B7631}" dt="2026-08-28T10:41:02.974" v="544" actId="478"/>
          <ac:spMkLst>
            <pc:docMk/>
            <pc:sldMk cId="0" sldId="260"/>
            <ac:spMk id="15" creationId="{00000000-0000-0000-0000-000000000000}"/>
          </ac:spMkLst>
        </pc:spChg>
      </pc:sldChg>
      <pc:sldChg chg="addSp delSp modSp mod">
        <pc:chgData name="shridhar balla" userId="d26eb9566041ae58" providerId="LiveId" clId="{A08CC999-18A6-407A-9451-1232DF5B7631}" dt="2026-08-28T10:39:34.313" v="542" actId="1035"/>
        <pc:sldMkLst>
          <pc:docMk/>
          <pc:sldMk cId="0" sldId="263"/>
        </pc:sldMkLst>
        <pc:spChg chg="del mod">
          <ac:chgData name="shridhar balla" userId="d26eb9566041ae58" providerId="LiveId" clId="{A08CC999-18A6-407A-9451-1232DF5B7631}" dt="2026-08-28T10:37:49.368" v="487" actId="478"/>
          <ac:spMkLst>
            <pc:docMk/>
            <pc:sldMk cId="0" sldId="263"/>
            <ac:spMk id="4" creationId="{00000000-0000-0000-0000-000000000000}"/>
          </ac:spMkLst>
        </pc:spChg>
        <pc:spChg chg="del">
          <ac:chgData name="shridhar balla" userId="d26eb9566041ae58" providerId="LiveId" clId="{A08CC999-18A6-407A-9451-1232DF5B7631}" dt="2026-08-28T10:37:50.681" v="488" actId="478"/>
          <ac:spMkLst>
            <pc:docMk/>
            <pc:sldMk cId="0" sldId="263"/>
            <ac:spMk id="5" creationId="{00000000-0000-0000-0000-000000000000}"/>
          </ac:spMkLst>
        </pc:spChg>
        <pc:spChg chg="del">
          <ac:chgData name="shridhar balla" userId="d26eb9566041ae58" providerId="LiveId" clId="{A08CC999-18A6-407A-9451-1232DF5B7631}" dt="2026-08-28T10:38:18.991" v="515" actId="478"/>
          <ac:spMkLst>
            <pc:docMk/>
            <pc:sldMk cId="0" sldId="263"/>
            <ac:spMk id="6" creationId="{00000000-0000-0000-0000-000000000000}"/>
          </ac:spMkLst>
        </pc:spChg>
        <pc:spChg chg="del">
          <ac:chgData name="shridhar balla" userId="d26eb9566041ae58" providerId="LiveId" clId="{A08CC999-18A6-407A-9451-1232DF5B7631}" dt="2026-08-28T10:37:51.553" v="489" actId="478"/>
          <ac:spMkLst>
            <pc:docMk/>
            <pc:sldMk cId="0" sldId="263"/>
            <ac:spMk id="8" creationId="{00000000-0000-0000-0000-000000000000}"/>
          </ac:spMkLst>
        </pc:spChg>
        <pc:spChg chg="del mod">
          <ac:chgData name="shridhar balla" userId="d26eb9566041ae58" providerId="LiveId" clId="{A08CC999-18A6-407A-9451-1232DF5B7631}" dt="2026-08-28T10:38:22.300" v="516" actId="478"/>
          <ac:spMkLst>
            <pc:docMk/>
            <pc:sldMk cId="0" sldId="263"/>
            <ac:spMk id="9" creationId="{00000000-0000-0000-0000-000000000000}"/>
          </ac:spMkLst>
        </pc:spChg>
        <pc:spChg chg="del">
          <ac:chgData name="shridhar balla" userId="d26eb9566041ae58" providerId="LiveId" clId="{A08CC999-18A6-407A-9451-1232DF5B7631}" dt="2026-08-28T10:38:16.876" v="513" actId="478"/>
          <ac:spMkLst>
            <pc:docMk/>
            <pc:sldMk cId="0" sldId="263"/>
            <ac:spMk id="10" creationId="{00000000-0000-0000-0000-000000000000}"/>
          </ac:spMkLst>
        </pc:spChg>
        <pc:spChg chg="del">
          <ac:chgData name="shridhar balla" userId="d26eb9566041ae58" providerId="LiveId" clId="{A08CC999-18A6-407A-9451-1232DF5B7631}" dt="2026-08-28T10:37:52.063" v="490" actId="478"/>
          <ac:spMkLst>
            <pc:docMk/>
            <pc:sldMk cId="0" sldId="263"/>
            <ac:spMk id="11" creationId="{00000000-0000-0000-0000-000000000000}"/>
          </ac:spMkLst>
        </pc:spChg>
        <pc:spChg chg="del">
          <ac:chgData name="shridhar balla" userId="d26eb9566041ae58" providerId="LiveId" clId="{A08CC999-18A6-407A-9451-1232DF5B7631}" dt="2026-08-28T10:38:25.526" v="517" actId="478"/>
          <ac:spMkLst>
            <pc:docMk/>
            <pc:sldMk cId="0" sldId="263"/>
            <ac:spMk id="12" creationId="{00000000-0000-0000-0000-000000000000}"/>
          </ac:spMkLst>
        </pc:spChg>
        <pc:spChg chg="del">
          <ac:chgData name="shridhar balla" userId="d26eb9566041ae58" providerId="LiveId" clId="{A08CC999-18A6-407A-9451-1232DF5B7631}" dt="2026-08-28T10:38:15.848" v="512" actId="478"/>
          <ac:spMkLst>
            <pc:docMk/>
            <pc:sldMk cId="0" sldId="263"/>
            <ac:spMk id="13" creationId="{00000000-0000-0000-0000-000000000000}"/>
          </ac:spMkLst>
        </pc:spChg>
        <pc:spChg chg="del">
          <ac:chgData name="shridhar balla" userId="d26eb9566041ae58" providerId="LiveId" clId="{A08CC999-18A6-407A-9451-1232DF5B7631}" dt="2026-08-28T10:37:52.465" v="491" actId="478"/>
          <ac:spMkLst>
            <pc:docMk/>
            <pc:sldMk cId="0" sldId="263"/>
            <ac:spMk id="14" creationId="{00000000-0000-0000-0000-000000000000}"/>
          </ac:spMkLst>
        </pc:spChg>
        <pc:spChg chg="del">
          <ac:chgData name="shridhar balla" userId="d26eb9566041ae58" providerId="LiveId" clId="{A08CC999-18A6-407A-9451-1232DF5B7631}" dt="2026-08-28T10:38:27.576" v="518" actId="478"/>
          <ac:spMkLst>
            <pc:docMk/>
            <pc:sldMk cId="0" sldId="263"/>
            <ac:spMk id="15" creationId="{00000000-0000-0000-0000-000000000000}"/>
          </ac:spMkLst>
        </pc:spChg>
        <pc:spChg chg="del">
          <ac:chgData name="shridhar balla" userId="d26eb9566041ae58" providerId="LiveId" clId="{A08CC999-18A6-407A-9451-1232DF5B7631}" dt="2026-08-28T10:38:14.295" v="511" actId="478"/>
          <ac:spMkLst>
            <pc:docMk/>
            <pc:sldMk cId="0" sldId="263"/>
            <ac:spMk id="16" creationId="{00000000-0000-0000-0000-000000000000}"/>
          </ac:spMkLst>
        </pc:spChg>
        <pc:spChg chg="del">
          <ac:chgData name="shridhar balla" userId="d26eb9566041ae58" providerId="LiveId" clId="{A08CC999-18A6-407A-9451-1232DF5B7631}" dt="2026-08-28T10:37:52.832" v="492" actId="478"/>
          <ac:spMkLst>
            <pc:docMk/>
            <pc:sldMk cId="0" sldId="263"/>
            <ac:spMk id="17" creationId="{00000000-0000-0000-0000-000000000000}"/>
          </ac:spMkLst>
        </pc:spChg>
        <pc:spChg chg="del">
          <ac:chgData name="shridhar balla" userId="d26eb9566041ae58" providerId="LiveId" clId="{A08CC999-18A6-407A-9451-1232DF5B7631}" dt="2026-08-28T10:38:28.947" v="519" actId="478"/>
          <ac:spMkLst>
            <pc:docMk/>
            <pc:sldMk cId="0" sldId="263"/>
            <ac:spMk id="18" creationId="{00000000-0000-0000-0000-000000000000}"/>
          </ac:spMkLst>
        </pc:spChg>
        <pc:spChg chg="del mod">
          <ac:chgData name="shridhar balla" userId="d26eb9566041ae58" providerId="LiveId" clId="{A08CC999-18A6-407A-9451-1232DF5B7631}" dt="2026-08-28T10:38:12.891" v="510" actId="478"/>
          <ac:spMkLst>
            <pc:docMk/>
            <pc:sldMk cId="0" sldId="263"/>
            <ac:spMk id="19" creationId="{00000000-0000-0000-0000-000000000000}"/>
          </ac:spMkLst>
        </pc:spChg>
        <pc:spChg chg="del">
          <ac:chgData name="shridhar balla" userId="d26eb9566041ae58" providerId="LiveId" clId="{A08CC999-18A6-407A-9451-1232DF5B7631}" dt="2026-08-28T10:37:53.223" v="493" actId="478"/>
          <ac:spMkLst>
            <pc:docMk/>
            <pc:sldMk cId="0" sldId="263"/>
            <ac:spMk id="20" creationId="{00000000-0000-0000-0000-000000000000}"/>
          </ac:spMkLst>
        </pc:spChg>
        <pc:spChg chg="del mod">
          <ac:chgData name="shridhar balla" userId="d26eb9566041ae58" providerId="LiveId" clId="{A08CC999-18A6-407A-9451-1232DF5B7631}" dt="2026-08-28T10:38:09.789" v="507" actId="478"/>
          <ac:spMkLst>
            <pc:docMk/>
            <pc:sldMk cId="0" sldId="263"/>
            <ac:spMk id="21" creationId="{00000000-0000-0000-0000-000000000000}"/>
          </ac:spMkLst>
        </pc:spChg>
        <pc:spChg chg="del">
          <ac:chgData name="shridhar balla" userId="d26eb9566041ae58" providerId="LiveId" clId="{A08CC999-18A6-407A-9451-1232DF5B7631}" dt="2026-08-28T10:38:10.730" v="508" actId="478"/>
          <ac:spMkLst>
            <pc:docMk/>
            <pc:sldMk cId="0" sldId="263"/>
            <ac:spMk id="22" creationId="{00000000-0000-0000-0000-000000000000}"/>
          </ac:spMkLst>
        </pc:spChg>
        <pc:spChg chg="del">
          <ac:chgData name="shridhar balla" userId="d26eb9566041ae58" providerId="LiveId" clId="{A08CC999-18A6-407A-9451-1232DF5B7631}" dt="2026-08-28T10:37:53.627" v="494" actId="478"/>
          <ac:spMkLst>
            <pc:docMk/>
            <pc:sldMk cId="0" sldId="263"/>
            <ac:spMk id="23" creationId="{00000000-0000-0000-0000-000000000000}"/>
          </ac:spMkLst>
        </pc:spChg>
        <pc:spChg chg="del">
          <ac:chgData name="shridhar balla" userId="d26eb9566041ae58" providerId="LiveId" clId="{A08CC999-18A6-407A-9451-1232DF5B7631}" dt="2026-08-28T10:38:07.241" v="505" actId="478"/>
          <ac:spMkLst>
            <pc:docMk/>
            <pc:sldMk cId="0" sldId="263"/>
            <ac:spMk id="24" creationId="{00000000-0000-0000-0000-000000000000}"/>
          </ac:spMkLst>
        </pc:spChg>
        <pc:spChg chg="del">
          <ac:chgData name="shridhar balla" userId="d26eb9566041ae58" providerId="LiveId" clId="{A08CC999-18A6-407A-9451-1232DF5B7631}" dt="2026-08-28T10:38:05.611" v="504" actId="478"/>
          <ac:spMkLst>
            <pc:docMk/>
            <pc:sldMk cId="0" sldId="263"/>
            <ac:spMk id="25" creationId="{00000000-0000-0000-0000-000000000000}"/>
          </ac:spMkLst>
        </pc:spChg>
        <pc:spChg chg="del">
          <ac:chgData name="shridhar balla" userId="d26eb9566041ae58" providerId="LiveId" clId="{A08CC999-18A6-407A-9451-1232DF5B7631}" dt="2026-08-28T10:37:54.046" v="495" actId="478"/>
          <ac:spMkLst>
            <pc:docMk/>
            <pc:sldMk cId="0" sldId="263"/>
            <ac:spMk id="26" creationId="{00000000-0000-0000-0000-000000000000}"/>
          </ac:spMkLst>
        </pc:spChg>
        <pc:spChg chg="del">
          <ac:chgData name="shridhar balla" userId="d26eb9566041ae58" providerId="LiveId" clId="{A08CC999-18A6-407A-9451-1232DF5B7631}" dt="2026-08-28T10:38:01.965" v="502" actId="478"/>
          <ac:spMkLst>
            <pc:docMk/>
            <pc:sldMk cId="0" sldId="263"/>
            <ac:spMk id="27" creationId="{00000000-0000-0000-0000-000000000000}"/>
          </ac:spMkLst>
        </pc:spChg>
        <pc:spChg chg="del">
          <ac:chgData name="shridhar balla" userId="d26eb9566041ae58" providerId="LiveId" clId="{A08CC999-18A6-407A-9451-1232DF5B7631}" dt="2026-08-28T10:38:03.740" v="503" actId="478"/>
          <ac:spMkLst>
            <pc:docMk/>
            <pc:sldMk cId="0" sldId="263"/>
            <ac:spMk id="28" creationId="{00000000-0000-0000-0000-000000000000}"/>
          </ac:spMkLst>
        </pc:spChg>
        <pc:spChg chg="del">
          <ac:chgData name="shridhar balla" userId="d26eb9566041ae58" providerId="LiveId" clId="{A08CC999-18A6-407A-9451-1232DF5B7631}" dt="2026-08-28T10:37:57.748" v="499" actId="478"/>
          <ac:spMkLst>
            <pc:docMk/>
            <pc:sldMk cId="0" sldId="263"/>
            <ac:spMk id="29" creationId="{00000000-0000-0000-0000-000000000000}"/>
          </ac:spMkLst>
        </pc:spChg>
        <pc:spChg chg="del">
          <ac:chgData name="shridhar balla" userId="d26eb9566041ae58" providerId="LiveId" clId="{A08CC999-18A6-407A-9451-1232DF5B7631}" dt="2026-08-28T10:38:00.668" v="501" actId="478"/>
          <ac:spMkLst>
            <pc:docMk/>
            <pc:sldMk cId="0" sldId="263"/>
            <ac:spMk id="30" creationId="{00000000-0000-0000-0000-000000000000}"/>
          </ac:spMkLst>
        </pc:spChg>
        <pc:spChg chg="del">
          <ac:chgData name="shridhar balla" userId="d26eb9566041ae58" providerId="LiveId" clId="{A08CC999-18A6-407A-9451-1232DF5B7631}" dt="2026-08-28T10:37:54.509" v="496" actId="478"/>
          <ac:spMkLst>
            <pc:docMk/>
            <pc:sldMk cId="0" sldId="263"/>
            <ac:spMk id="31" creationId="{00000000-0000-0000-0000-000000000000}"/>
          </ac:spMkLst>
        </pc:spChg>
        <pc:spChg chg="del">
          <ac:chgData name="shridhar balla" userId="d26eb9566041ae58" providerId="LiveId" clId="{A08CC999-18A6-407A-9451-1232DF5B7631}" dt="2026-08-28T10:37:54.936" v="497" actId="478"/>
          <ac:spMkLst>
            <pc:docMk/>
            <pc:sldMk cId="0" sldId="263"/>
            <ac:spMk id="32" creationId="{00000000-0000-0000-0000-000000000000}"/>
          </ac:spMkLst>
        </pc:spChg>
        <pc:spChg chg="del">
          <ac:chgData name="shridhar balla" userId="d26eb9566041ae58" providerId="LiveId" clId="{A08CC999-18A6-407A-9451-1232DF5B7631}" dt="2026-08-28T10:37:59.245" v="500" actId="478"/>
          <ac:spMkLst>
            <pc:docMk/>
            <pc:sldMk cId="0" sldId="263"/>
            <ac:spMk id="33" creationId="{00000000-0000-0000-0000-000000000000}"/>
          </ac:spMkLst>
        </pc:spChg>
        <pc:spChg chg="del">
          <ac:chgData name="shridhar balla" userId="d26eb9566041ae58" providerId="LiveId" clId="{A08CC999-18A6-407A-9451-1232DF5B7631}" dt="2026-08-28T10:37:56.636" v="498" actId="478"/>
          <ac:spMkLst>
            <pc:docMk/>
            <pc:sldMk cId="0" sldId="263"/>
            <ac:spMk id="34" creationId="{00000000-0000-0000-0000-000000000000}"/>
          </ac:spMkLst>
        </pc:spChg>
        <pc:spChg chg="add mod">
          <ac:chgData name="shridhar balla" userId="d26eb9566041ae58" providerId="LiveId" clId="{A08CC999-18A6-407A-9451-1232DF5B7631}" dt="2026-08-28T10:39:34.313" v="542" actId="1035"/>
          <ac:spMkLst>
            <pc:docMk/>
            <pc:sldMk cId="0" sldId="263"/>
            <ac:spMk id="39" creationId="{67DF460A-37A3-13B1-6D59-8165908CAD88}"/>
          </ac:spMkLst>
        </pc:spChg>
      </pc:sldChg>
      <pc:sldChg chg="addSp delSp modSp mod">
        <pc:chgData name="shridhar balla" userId="d26eb9566041ae58" providerId="LiveId" clId="{A08CC999-18A6-407A-9451-1232DF5B7631}" dt="2026-08-28T10:49:34.517" v="582" actId="1035"/>
        <pc:sldMkLst>
          <pc:docMk/>
          <pc:sldMk cId="0" sldId="264"/>
        </pc:sldMkLst>
        <pc:spChg chg="del">
          <ac:chgData name="shridhar balla" userId="d26eb9566041ae58" providerId="LiveId" clId="{A08CC999-18A6-407A-9451-1232DF5B7631}" dt="2026-08-28T10:35:25.344" v="441" actId="478"/>
          <ac:spMkLst>
            <pc:docMk/>
            <pc:sldMk cId="0" sldId="264"/>
            <ac:spMk id="4" creationId="{00000000-0000-0000-0000-000000000000}"/>
          </ac:spMkLst>
        </pc:spChg>
        <pc:spChg chg="del mod">
          <ac:chgData name="shridhar balla" userId="d26eb9566041ae58" providerId="LiveId" clId="{A08CC999-18A6-407A-9451-1232DF5B7631}" dt="2026-08-28T10:35:24.753" v="440" actId="478"/>
          <ac:spMkLst>
            <pc:docMk/>
            <pc:sldMk cId="0" sldId="264"/>
            <ac:spMk id="5" creationId="{00000000-0000-0000-0000-000000000000}"/>
          </ac:spMkLst>
        </pc:spChg>
        <pc:spChg chg="del">
          <ac:chgData name="shridhar balla" userId="d26eb9566041ae58" providerId="LiveId" clId="{A08CC999-18A6-407A-9451-1232DF5B7631}" dt="2026-08-28T10:35:27.956" v="443" actId="478"/>
          <ac:spMkLst>
            <pc:docMk/>
            <pc:sldMk cId="0" sldId="264"/>
            <ac:spMk id="7" creationId="{00000000-0000-0000-0000-000000000000}"/>
          </ac:spMkLst>
        </pc:spChg>
        <pc:spChg chg="del">
          <ac:chgData name="shridhar balla" userId="d26eb9566041ae58" providerId="LiveId" clId="{A08CC999-18A6-407A-9451-1232DF5B7631}" dt="2026-08-28T10:35:27.423" v="442" actId="478"/>
          <ac:spMkLst>
            <pc:docMk/>
            <pc:sldMk cId="0" sldId="264"/>
            <ac:spMk id="8" creationId="{00000000-0000-0000-0000-000000000000}"/>
          </ac:spMkLst>
        </pc:spChg>
        <pc:spChg chg="del">
          <ac:chgData name="shridhar balla" userId="d26eb9566041ae58" providerId="LiveId" clId="{A08CC999-18A6-407A-9451-1232DF5B7631}" dt="2026-08-28T10:35:29.651" v="444" actId="478"/>
          <ac:spMkLst>
            <pc:docMk/>
            <pc:sldMk cId="0" sldId="264"/>
            <ac:spMk id="9" creationId="{00000000-0000-0000-0000-000000000000}"/>
          </ac:spMkLst>
        </pc:spChg>
        <pc:spChg chg="del">
          <ac:chgData name="shridhar balla" userId="d26eb9566041ae58" providerId="LiveId" clId="{A08CC999-18A6-407A-9451-1232DF5B7631}" dt="2026-08-28T10:35:31.080" v="445" actId="478"/>
          <ac:spMkLst>
            <pc:docMk/>
            <pc:sldMk cId="0" sldId="264"/>
            <ac:spMk id="10" creationId="{00000000-0000-0000-0000-000000000000}"/>
          </ac:spMkLst>
        </pc:spChg>
        <pc:spChg chg="del mod">
          <ac:chgData name="shridhar balla" userId="d26eb9566041ae58" providerId="LiveId" clId="{A08CC999-18A6-407A-9451-1232DF5B7631}" dt="2026-08-28T10:35:32.992" v="446" actId="478"/>
          <ac:spMkLst>
            <pc:docMk/>
            <pc:sldMk cId="0" sldId="264"/>
            <ac:spMk id="11" creationId="{00000000-0000-0000-0000-000000000000}"/>
          </ac:spMkLst>
        </pc:spChg>
        <pc:spChg chg="del">
          <ac:chgData name="shridhar balla" userId="d26eb9566041ae58" providerId="LiveId" clId="{A08CC999-18A6-407A-9451-1232DF5B7631}" dt="2026-08-28T10:35:34.293" v="447" actId="478"/>
          <ac:spMkLst>
            <pc:docMk/>
            <pc:sldMk cId="0" sldId="264"/>
            <ac:spMk id="12" creationId="{00000000-0000-0000-0000-000000000000}"/>
          </ac:spMkLst>
        </pc:spChg>
        <pc:spChg chg="del">
          <ac:chgData name="shridhar balla" userId="d26eb9566041ae58" providerId="LiveId" clId="{A08CC999-18A6-407A-9451-1232DF5B7631}" dt="2026-08-28T10:35:35.576" v="448" actId="478"/>
          <ac:spMkLst>
            <pc:docMk/>
            <pc:sldMk cId="0" sldId="264"/>
            <ac:spMk id="13" creationId="{00000000-0000-0000-0000-000000000000}"/>
          </ac:spMkLst>
        </pc:spChg>
        <pc:spChg chg="del mod">
          <ac:chgData name="shridhar balla" userId="d26eb9566041ae58" providerId="LiveId" clId="{A08CC999-18A6-407A-9451-1232DF5B7631}" dt="2026-08-28T10:35:36.897" v="449" actId="478"/>
          <ac:spMkLst>
            <pc:docMk/>
            <pc:sldMk cId="0" sldId="264"/>
            <ac:spMk id="14" creationId="{00000000-0000-0000-0000-000000000000}"/>
          </ac:spMkLst>
        </pc:spChg>
        <pc:spChg chg="del">
          <ac:chgData name="shridhar balla" userId="d26eb9566041ae58" providerId="LiveId" clId="{A08CC999-18A6-407A-9451-1232DF5B7631}" dt="2026-08-28T10:35:38.911" v="450" actId="478"/>
          <ac:spMkLst>
            <pc:docMk/>
            <pc:sldMk cId="0" sldId="264"/>
            <ac:spMk id="15" creationId="{00000000-0000-0000-0000-000000000000}"/>
          </ac:spMkLst>
        </pc:spChg>
        <pc:spChg chg="del">
          <ac:chgData name="shridhar balla" userId="d26eb9566041ae58" providerId="LiveId" clId="{A08CC999-18A6-407A-9451-1232DF5B7631}" dt="2026-08-28T10:35:42.864" v="451" actId="478"/>
          <ac:spMkLst>
            <pc:docMk/>
            <pc:sldMk cId="0" sldId="264"/>
            <ac:spMk id="16" creationId="{00000000-0000-0000-0000-000000000000}"/>
          </ac:spMkLst>
        </pc:spChg>
        <pc:spChg chg="del">
          <ac:chgData name="shridhar balla" userId="d26eb9566041ae58" providerId="LiveId" clId="{A08CC999-18A6-407A-9451-1232DF5B7631}" dt="2026-08-28T10:36:01.240" v="473" actId="478"/>
          <ac:spMkLst>
            <pc:docMk/>
            <pc:sldMk cId="0" sldId="264"/>
            <ac:spMk id="17" creationId="{00000000-0000-0000-0000-000000000000}"/>
          </ac:spMkLst>
        </pc:spChg>
        <pc:spChg chg="del">
          <ac:chgData name="shridhar balla" userId="d26eb9566041ae58" providerId="LiveId" clId="{A08CC999-18A6-407A-9451-1232DF5B7631}" dt="2026-08-28T10:35:45.912" v="454" actId="478"/>
          <ac:spMkLst>
            <pc:docMk/>
            <pc:sldMk cId="0" sldId="264"/>
            <ac:spMk id="18" creationId="{00000000-0000-0000-0000-000000000000}"/>
          </ac:spMkLst>
        </pc:spChg>
        <pc:spChg chg="del">
          <ac:chgData name="shridhar balla" userId="d26eb9566041ae58" providerId="LiveId" clId="{A08CC999-18A6-407A-9451-1232DF5B7631}" dt="2026-08-28T10:35:44.600" v="452" actId="478"/>
          <ac:spMkLst>
            <pc:docMk/>
            <pc:sldMk cId="0" sldId="264"/>
            <ac:spMk id="19" creationId="{00000000-0000-0000-0000-000000000000}"/>
          </ac:spMkLst>
        </pc:spChg>
        <pc:spChg chg="del mod">
          <ac:chgData name="shridhar balla" userId="d26eb9566041ae58" providerId="LiveId" clId="{A08CC999-18A6-407A-9451-1232DF5B7631}" dt="2026-08-28T10:35:52.722" v="467" actId="478"/>
          <ac:spMkLst>
            <pc:docMk/>
            <pc:sldMk cId="0" sldId="264"/>
            <ac:spMk id="20" creationId="{00000000-0000-0000-0000-000000000000}"/>
          </ac:spMkLst>
        </pc:spChg>
        <pc:spChg chg="del">
          <ac:chgData name="shridhar balla" userId="d26eb9566041ae58" providerId="LiveId" clId="{A08CC999-18A6-407A-9451-1232DF5B7631}" dt="2026-08-28T10:36:02.187" v="474" actId="478"/>
          <ac:spMkLst>
            <pc:docMk/>
            <pc:sldMk cId="0" sldId="264"/>
            <ac:spMk id="21" creationId="{00000000-0000-0000-0000-000000000000}"/>
          </ac:spMkLst>
        </pc:spChg>
        <pc:spChg chg="del">
          <ac:chgData name="shridhar balla" userId="d26eb9566041ae58" providerId="LiveId" clId="{A08CC999-18A6-407A-9451-1232DF5B7631}" dt="2026-08-28T10:35:46.437" v="455" actId="478"/>
          <ac:spMkLst>
            <pc:docMk/>
            <pc:sldMk cId="0" sldId="264"/>
            <ac:spMk id="22" creationId="{00000000-0000-0000-0000-000000000000}"/>
          </ac:spMkLst>
        </pc:spChg>
        <pc:spChg chg="del">
          <ac:chgData name="shridhar balla" userId="d26eb9566041ae58" providerId="LiveId" clId="{A08CC999-18A6-407A-9451-1232DF5B7631}" dt="2026-08-28T10:35:45.376" v="453" actId="478"/>
          <ac:spMkLst>
            <pc:docMk/>
            <pc:sldMk cId="0" sldId="264"/>
            <ac:spMk id="23" creationId="{00000000-0000-0000-0000-000000000000}"/>
          </ac:spMkLst>
        </pc:spChg>
        <pc:spChg chg="del mod">
          <ac:chgData name="shridhar balla" userId="d26eb9566041ae58" providerId="LiveId" clId="{A08CC999-18A6-407A-9451-1232DF5B7631}" dt="2026-08-28T10:35:52.180" v="466" actId="478"/>
          <ac:spMkLst>
            <pc:docMk/>
            <pc:sldMk cId="0" sldId="264"/>
            <ac:spMk id="24" creationId="{00000000-0000-0000-0000-000000000000}"/>
          </ac:spMkLst>
        </pc:spChg>
        <pc:spChg chg="del">
          <ac:chgData name="shridhar balla" userId="d26eb9566041ae58" providerId="LiveId" clId="{A08CC999-18A6-407A-9451-1232DF5B7631}" dt="2026-08-28T10:36:03.754" v="475" actId="478"/>
          <ac:spMkLst>
            <pc:docMk/>
            <pc:sldMk cId="0" sldId="264"/>
            <ac:spMk id="25" creationId="{00000000-0000-0000-0000-000000000000}"/>
          </ac:spMkLst>
        </pc:spChg>
        <pc:spChg chg="del">
          <ac:chgData name="shridhar balla" userId="d26eb9566041ae58" providerId="LiveId" clId="{A08CC999-18A6-407A-9451-1232DF5B7631}" dt="2026-08-28T10:35:47.280" v="457" actId="478"/>
          <ac:spMkLst>
            <pc:docMk/>
            <pc:sldMk cId="0" sldId="264"/>
            <ac:spMk id="26" creationId="{00000000-0000-0000-0000-000000000000}"/>
          </ac:spMkLst>
        </pc:spChg>
        <pc:spChg chg="del">
          <ac:chgData name="shridhar balla" userId="d26eb9566041ae58" providerId="LiveId" clId="{A08CC999-18A6-407A-9451-1232DF5B7631}" dt="2026-08-28T10:35:46.844" v="456" actId="478"/>
          <ac:spMkLst>
            <pc:docMk/>
            <pc:sldMk cId="0" sldId="264"/>
            <ac:spMk id="27" creationId="{00000000-0000-0000-0000-000000000000}"/>
          </ac:spMkLst>
        </pc:spChg>
        <pc:spChg chg="del">
          <ac:chgData name="shridhar balla" userId="d26eb9566041ae58" providerId="LiveId" clId="{A08CC999-18A6-407A-9451-1232DF5B7631}" dt="2026-08-28T10:35:54.062" v="468" actId="478"/>
          <ac:spMkLst>
            <pc:docMk/>
            <pc:sldMk cId="0" sldId="264"/>
            <ac:spMk id="28" creationId="{00000000-0000-0000-0000-000000000000}"/>
          </ac:spMkLst>
        </pc:spChg>
        <pc:spChg chg="del">
          <ac:chgData name="shridhar balla" userId="d26eb9566041ae58" providerId="LiveId" clId="{A08CC999-18A6-407A-9451-1232DF5B7631}" dt="2026-08-28T10:36:04.751" v="476" actId="478"/>
          <ac:spMkLst>
            <pc:docMk/>
            <pc:sldMk cId="0" sldId="264"/>
            <ac:spMk id="29" creationId="{00000000-0000-0000-0000-000000000000}"/>
          </ac:spMkLst>
        </pc:spChg>
        <pc:spChg chg="del">
          <ac:chgData name="shridhar balla" userId="d26eb9566041ae58" providerId="LiveId" clId="{A08CC999-18A6-407A-9451-1232DF5B7631}" dt="2026-08-28T10:35:48.386" v="459" actId="478"/>
          <ac:spMkLst>
            <pc:docMk/>
            <pc:sldMk cId="0" sldId="264"/>
            <ac:spMk id="30" creationId="{00000000-0000-0000-0000-000000000000}"/>
          </ac:spMkLst>
        </pc:spChg>
        <pc:spChg chg="del">
          <ac:chgData name="shridhar balla" userId="d26eb9566041ae58" providerId="LiveId" clId="{A08CC999-18A6-407A-9451-1232DF5B7631}" dt="2026-08-28T10:35:47.598" v="458" actId="478"/>
          <ac:spMkLst>
            <pc:docMk/>
            <pc:sldMk cId="0" sldId="264"/>
            <ac:spMk id="31" creationId="{00000000-0000-0000-0000-000000000000}"/>
          </ac:spMkLst>
        </pc:spChg>
        <pc:spChg chg="del mod">
          <ac:chgData name="shridhar balla" userId="d26eb9566041ae58" providerId="LiveId" clId="{A08CC999-18A6-407A-9451-1232DF5B7631}" dt="2026-08-28T10:35:55.247" v="470" actId="478"/>
          <ac:spMkLst>
            <pc:docMk/>
            <pc:sldMk cId="0" sldId="264"/>
            <ac:spMk id="32" creationId="{00000000-0000-0000-0000-000000000000}"/>
          </ac:spMkLst>
        </pc:spChg>
        <pc:spChg chg="del">
          <ac:chgData name="shridhar balla" userId="d26eb9566041ae58" providerId="LiveId" clId="{A08CC999-18A6-407A-9451-1232DF5B7631}" dt="2026-08-28T10:36:05.682" v="477" actId="478"/>
          <ac:spMkLst>
            <pc:docMk/>
            <pc:sldMk cId="0" sldId="264"/>
            <ac:spMk id="33" creationId="{00000000-0000-0000-0000-000000000000}"/>
          </ac:spMkLst>
        </pc:spChg>
        <pc:spChg chg="del">
          <ac:chgData name="shridhar balla" userId="d26eb9566041ae58" providerId="LiveId" clId="{A08CC999-18A6-407A-9451-1232DF5B7631}" dt="2026-08-28T10:35:49.164" v="461" actId="478"/>
          <ac:spMkLst>
            <pc:docMk/>
            <pc:sldMk cId="0" sldId="264"/>
            <ac:spMk id="34" creationId="{00000000-0000-0000-0000-000000000000}"/>
          </ac:spMkLst>
        </pc:spChg>
        <pc:spChg chg="del">
          <ac:chgData name="shridhar balla" userId="d26eb9566041ae58" providerId="LiveId" clId="{A08CC999-18A6-407A-9451-1232DF5B7631}" dt="2026-08-28T10:35:48.725" v="460" actId="478"/>
          <ac:spMkLst>
            <pc:docMk/>
            <pc:sldMk cId="0" sldId="264"/>
            <ac:spMk id="35" creationId="{00000000-0000-0000-0000-000000000000}"/>
          </ac:spMkLst>
        </pc:spChg>
        <pc:spChg chg="del">
          <ac:chgData name="shridhar balla" userId="d26eb9566041ae58" providerId="LiveId" clId="{A08CC999-18A6-407A-9451-1232DF5B7631}" dt="2026-08-28T10:35:57.243" v="471" actId="478"/>
          <ac:spMkLst>
            <pc:docMk/>
            <pc:sldMk cId="0" sldId="264"/>
            <ac:spMk id="36" creationId="{00000000-0000-0000-0000-000000000000}"/>
          </ac:spMkLst>
        </pc:spChg>
        <pc:spChg chg="del">
          <ac:chgData name="shridhar balla" userId="d26eb9566041ae58" providerId="LiveId" clId="{A08CC999-18A6-407A-9451-1232DF5B7631}" dt="2026-08-28T10:36:07.826" v="478" actId="478"/>
          <ac:spMkLst>
            <pc:docMk/>
            <pc:sldMk cId="0" sldId="264"/>
            <ac:spMk id="37" creationId="{00000000-0000-0000-0000-000000000000}"/>
          </ac:spMkLst>
        </pc:spChg>
        <pc:spChg chg="del">
          <ac:chgData name="shridhar balla" userId="d26eb9566041ae58" providerId="LiveId" clId="{A08CC999-18A6-407A-9451-1232DF5B7631}" dt="2026-08-28T10:35:49.928" v="463" actId="478"/>
          <ac:spMkLst>
            <pc:docMk/>
            <pc:sldMk cId="0" sldId="264"/>
            <ac:spMk id="38" creationId="{00000000-0000-0000-0000-000000000000}"/>
          </ac:spMkLst>
        </pc:spChg>
        <pc:spChg chg="del">
          <ac:chgData name="shridhar balla" userId="d26eb9566041ae58" providerId="LiveId" clId="{A08CC999-18A6-407A-9451-1232DF5B7631}" dt="2026-08-28T10:35:49.531" v="462" actId="478"/>
          <ac:spMkLst>
            <pc:docMk/>
            <pc:sldMk cId="0" sldId="264"/>
            <ac:spMk id="39" creationId="{00000000-0000-0000-0000-000000000000}"/>
          </ac:spMkLst>
        </pc:spChg>
        <pc:spChg chg="del">
          <ac:chgData name="shridhar balla" userId="d26eb9566041ae58" providerId="LiveId" clId="{A08CC999-18A6-407A-9451-1232DF5B7631}" dt="2026-08-28T10:35:59.337" v="472" actId="478"/>
          <ac:spMkLst>
            <pc:docMk/>
            <pc:sldMk cId="0" sldId="264"/>
            <ac:spMk id="40" creationId="{00000000-0000-0000-0000-000000000000}"/>
          </ac:spMkLst>
        </pc:spChg>
        <pc:spChg chg="add mod">
          <ac:chgData name="shridhar balla" userId="d26eb9566041ae58" providerId="LiveId" clId="{A08CC999-18A6-407A-9451-1232DF5B7631}" dt="2026-08-28T10:49:34.517" v="582" actId="1035"/>
          <ac:spMkLst>
            <pc:docMk/>
            <pc:sldMk cId="0" sldId="264"/>
            <ac:spMk id="45" creationId="{60400457-B2F6-A553-D22E-45D2D670182A}"/>
          </ac:spMkLst>
        </pc:spChg>
      </pc:sldChg>
      <pc:sldChg chg="modSp mod">
        <pc:chgData name="shridhar balla" userId="d26eb9566041ae58" providerId="LiveId" clId="{A08CC999-18A6-407A-9451-1232DF5B7631}" dt="2026-08-25T10:24:14.154" v="309" actId="20577"/>
        <pc:sldMkLst>
          <pc:docMk/>
          <pc:sldMk cId="0" sldId="265"/>
        </pc:sldMkLst>
        <pc:spChg chg="mod">
          <ac:chgData name="shridhar balla" userId="d26eb9566041ae58" providerId="LiveId" clId="{A08CC999-18A6-407A-9451-1232DF5B7631}" dt="2026-08-25T10:24:14.154" v="309" actId="20577"/>
          <ac:spMkLst>
            <pc:docMk/>
            <pc:sldMk cId="0" sldId="265"/>
            <ac:spMk id="4" creationId="{00000000-0000-0000-0000-000000000000}"/>
          </ac:spMkLst>
        </pc:spChg>
        <pc:spChg chg="mod">
          <ac:chgData name="shridhar balla" userId="d26eb9566041ae58" providerId="LiveId" clId="{A08CC999-18A6-407A-9451-1232DF5B7631}" dt="2026-08-22T09:01:10.440" v="28" actId="20577"/>
          <ac:spMkLst>
            <pc:docMk/>
            <pc:sldMk cId="0" sldId="265"/>
            <ac:spMk id="8" creationId="{00000000-0000-0000-0000-000000000000}"/>
          </ac:spMkLst>
        </pc:spChg>
      </pc:sldChg>
      <pc:sldChg chg="modSp mod">
        <pc:chgData name="shridhar balla" userId="d26eb9566041ae58" providerId="LiveId" clId="{A08CC999-18A6-407A-9451-1232DF5B7631}" dt="2026-08-22T09:01:54.091" v="79" actId="20577"/>
        <pc:sldMkLst>
          <pc:docMk/>
          <pc:sldMk cId="0" sldId="266"/>
        </pc:sldMkLst>
        <pc:spChg chg="mod">
          <ac:chgData name="shridhar balla" userId="d26eb9566041ae58" providerId="LiveId" clId="{A08CC999-18A6-407A-9451-1232DF5B7631}" dt="2026-08-22T09:01:54.091" v="79" actId="20577"/>
          <ac:spMkLst>
            <pc:docMk/>
            <pc:sldMk cId="0" sldId="266"/>
            <ac:spMk id="5" creationId="{00000000-0000-0000-0000-000000000000}"/>
          </ac:spMkLst>
        </pc:spChg>
      </pc:sldChg>
      <pc:sldChg chg="delSp modSp mod">
        <pc:chgData name="shridhar balla" userId="d26eb9566041ae58" providerId="LiveId" clId="{A08CC999-18A6-407A-9451-1232DF5B7631}" dt="2026-08-22T09:06:13.293" v="185" actId="1076"/>
        <pc:sldMkLst>
          <pc:docMk/>
          <pc:sldMk cId="0" sldId="268"/>
        </pc:sldMkLst>
        <pc:spChg chg="mod">
          <ac:chgData name="shridhar balla" userId="d26eb9566041ae58" providerId="LiveId" clId="{A08CC999-18A6-407A-9451-1232DF5B7631}" dt="2026-08-22T09:04:30.475" v="120" actId="14100"/>
          <ac:spMkLst>
            <pc:docMk/>
            <pc:sldMk cId="0" sldId="268"/>
            <ac:spMk id="4" creationId="{00000000-0000-0000-0000-000000000000}"/>
          </ac:spMkLst>
        </pc:spChg>
        <pc:spChg chg="mod">
          <ac:chgData name="shridhar balla" userId="d26eb9566041ae58" providerId="LiveId" clId="{A08CC999-18A6-407A-9451-1232DF5B7631}" dt="2026-08-22T09:06:13.293" v="185" actId="1076"/>
          <ac:spMkLst>
            <pc:docMk/>
            <pc:sldMk cId="0" sldId="268"/>
            <ac:spMk id="6" creationId="{00000000-0000-0000-0000-000000000000}"/>
          </ac:spMkLst>
        </pc:spChg>
        <pc:spChg chg="mod">
          <ac:chgData name="shridhar balla" userId="d26eb9566041ae58" providerId="LiveId" clId="{A08CC999-18A6-407A-9451-1232DF5B7631}" dt="2026-08-22T09:05:47.285" v="158" actId="1076"/>
          <ac:spMkLst>
            <pc:docMk/>
            <pc:sldMk cId="0" sldId="268"/>
            <ac:spMk id="7" creationId="{00000000-0000-0000-0000-000000000000}"/>
          </ac:spMkLst>
        </pc:spChg>
        <pc:spChg chg="mod">
          <ac:chgData name="shridhar balla" userId="d26eb9566041ae58" providerId="LiveId" clId="{A08CC999-18A6-407A-9451-1232DF5B7631}" dt="2026-08-22T09:06:05.119" v="184" actId="1038"/>
          <ac:spMkLst>
            <pc:docMk/>
            <pc:sldMk cId="0" sldId="268"/>
            <ac:spMk id="9" creationId="{00000000-0000-0000-0000-000000000000}"/>
          </ac:spMkLst>
        </pc:spChg>
        <pc:picChg chg="mod">
          <ac:chgData name="shridhar balla" userId="d26eb9566041ae58" providerId="LiveId" clId="{A08CC999-18A6-407A-9451-1232DF5B7631}" dt="2026-08-22T09:04:34.291" v="121" actId="14100"/>
          <ac:picMkLst>
            <pc:docMk/>
            <pc:sldMk cId="0" sldId="268"/>
            <ac:picMk id="5" creationId="{00000000-0000-0000-0000-000000000000}"/>
          </ac:picMkLst>
        </pc:picChg>
        <pc:picChg chg="mod">
          <ac:chgData name="shridhar balla" userId="d26eb9566041ae58" providerId="LiveId" clId="{A08CC999-18A6-407A-9451-1232DF5B7631}" dt="2026-08-22T09:05:28.916" v="142" actId="1036"/>
          <ac:picMkLst>
            <pc:docMk/>
            <pc:sldMk cId="0" sldId="268"/>
            <ac:picMk id="8" creationId="{00000000-0000-0000-0000-000000000000}"/>
          </ac:picMkLst>
        </pc:picChg>
      </pc:sldChg>
      <pc:sldChg chg="addSp delSp modSp mod">
        <pc:chgData name="shridhar balla" userId="d26eb9566041ae58" providerId="LiveId" clId="{A08CC999-18A6-407A-9451-1232DF5B7631}" dt="2026-08-28T11:45:12.242" v="652" actId="1035"/>
        <pc:sldMkLst>
          <pc:docMk/>
          <pc:sldMk cId="0" sldId="269"/>
        </pc:sldMkLst>
        <pc:spChg chg="add del">
          <ac:chgData name="shridhar balla" userId="d26eb9566041ae58" providerId="LiveId" clId="{A08CC999-18A6-407A-9451-1232DF5B7631}" dt="2026-08-28T10:49:02.155" v="555" actId="478"/>
          <ac:spMkLst>
            <pc:docMk/>
            <pc:sldMk cId="0" sldId="269"/>
            <ac:spMk id="4" creationId="{00000000-0000-0000-0000-000000000000}"/>
          </ac:spMkLst>
        </pc:spChg>
        <pc:spChg chg="del mod">
          <ac:chgData name="shridhar balla" userId="d26eb9566041ae58" providerId="LiveId" clId="{A08CC999-18A6-407A-9451-1232DF5B7631}" dt="2026-08-28T10:49:03.963" v="556" actId="478"/>
          <ac:spMkLst>
            <pc:docMk/>
            <pc:sldMk cId="0" sldId="269"/>
            <ac:spMk id="5" creationId="{00000000-0000-0000-0000-000000000000}"/>
          </ac:spMkLst>
        </pc:spChg>
        <pc:spChg chg="del">
          <ac:chgData name="shridhar balla" userId="d26eb9566041ae58" providerId="LiveId" clId="{A08CC999-18A6-407A-9451-1232DF5B7631}" dt="2026-08-28T10:49:06.115" v="557" actId="478"/>
          <ac:spMkLst>
            <pc:docMk/>
            <pc:sldMk cId="0" sldId="269"/>
            <ac:spMk id="6" creationId="{00000000-0000-0000-0000-000000000000}"/>
          </ac:spMkLst>
        </pc:spChg>
        <pc:spChg chg="del mod">
          <ac:chgData name="shridhar balla" userId="d26eb9566041ae58" providerId="LiveId" clId="{A08CC999-18A6-407A-9451-1232DF5B7631}" dt="2026-08-28T10:49:07.869" v="558" actId="478"/>
          <ac:spMkLst>
            <pc:docMk/>
            <pc:sldMk cId="0" sldId="269"/>
            <ac:spMk id="7" creationId="{00000000-0000-0000-0000-000000000000}"/>
          </ac:spMkLst>
        </pc:spChg>
        <pc:spChg chg="del">
          <ac:chgData name="shridhar balla" userId="d26eb9566041ae58" providerId="LiveId" clId="{A08CC999-18A6-407A-9451-1232DF5B7631}" dt="2026-08-28T10:49:09.658" v="559" actId="478"/>
          <ac:spMkLst>
            <pc:docMk/>
            <pc:sldMk cId="0" sldId="269"/>
            <ac:spMk id="8" creationId="{00000000-0000-0000-0000-000000000000}"/>
          </ac:spMkLst>
        </pc:spChg>
        <pc:spChg chg="del mod">
          <ac:chgData name="shridhar balla" userId="d26eb9566041ae58" providerId="LiveId" clId="{A08CC999-18A6-407A-9451-1232DF5B7631}" dt="2026-08-28T10:49:10.791" v="560" actId="478"/>
          <ac:spMkLst>
            <pc:docMk/>
            <pc:sldMk cId="0" sldId="269"/>
            <ac:spMk id="9" creationId="{00000000-0000-0000-0000-000000000000}"/>
          </ac:spMkLst>
        </pc:spChg>
        <pc:spChg chg="del">
          <ac:chgData name="shridhar balla" userId="d26eb9566041ae58" providerId="LiveId" clId="{A08CC999-18A6-407A-9451-1232DF5B7631}" dt="2026-08-28T10:49:12.416" v="561" actId="478"/>
          <ac:spMkLst>
            <pc:docMk/>
            <pc:sldMk cId="0" sldId="269"/>
            <ac:spMk id="10" creationId="{00000000-0000-0000-0000-000000000000}"/>
          </ac:spMkLst>
        </pc:spChg>
        <pc:spChg chg="del mod">
          <ac:chgData name="shridhar balla" userId="d26eb9566041ae58" providerId="LiveId" clId="{A08CC999-18A6-407A-9451-1232DF5B7631}" dt="2026-08-28T10:49:14.732" v="562" actId="478"/>
          <ac:spMkLst>
            <pc:docMk/>
            <pc:sldMk cId="0" sldId="269"/>
            <ac:spMk id="11" creationId="{00000000-0000-0000-0000-000000000000}"/>
          </ac:spMkLst>
        </pc:spChg>
        <pc:spChg chg="add mod">
          <ac:chgData name="shridhar balla" userId="d26eb9566041ae58" providerId="LiveId" clId="{A08CC999-18A6-407A-9451-1232DF5B7631}" dt="2026-08-28T11:45:12.242" v="652" actId="1035"/>
          <ac:spMkLst>
            <pc:docMk/>
            <pc:sldMk cId="0" sldId="269"/>
            <ac:spMk id="13" creationId="{8D225C91-A80B-7428-34CF-327ED6954519}"/>
          </ac:spMkLst>
        </pc:spChg>
      </pc:sldChg>
      <pc:sldChg chg="addSp delSp modSp mod">
        <pc:chgData name="shridhar balla" userId="d26eb9566041ae58" providerId="LiveId" clId="{A08CC999-18A6-407A-9451-1232DF5B7631}" dt="2026-08-28T10:53:29.752" v="625" actId="1036"/>
        <pc:sldMkLst>
          <pc:docMk/>
          <pc:sldMk cId="0" sldId="270"/>
        </pc:sldMkLst>
        <pc:spChg chg="del">
          <ac:chgData name="shridhar balla" userId="d26eb9566041ae58" providerId="LiveId" clId="{A08CC999-18A6-407A-9451-1232DF5B7631}" dt="2026-08-28T10:52:34.933" v="595" actId="478"/>
          <ac:spMkLst>
            <pc:docMk/>
            <pc:sldMk cId="0" sldId="270"/>
            <ac:spMk id="4" creationId="{00000000-0000-0000-0000-000000000000}"/>
          </ac:spMkLst>
        </pc:spChg>
        <pc:spChg chg="del">
          <ac:chgData name="shridhar balla" userId="d26eb9566041ae58" providerId="LiveId" clId="{A08CC999-18A6-407A-9451-1232DF5B7631}" dt="2026-08-28T10:52:32.528" v="593" actId="478"/>
          <ac:spMkLst>
            <pc:docMk/>
            <pc:sldMk cId="0" sldId="270"/>
            <ac:spMk id="5" creationId="{00000000-0000-0000-0000-000000000000}"/>
          </ac:spMkLst>
        </pc:spChg>
        <pc:spChg chg="del">
          <ac:chgData name="shridhar balla" userId="d26eb9566041ae58" providerId="LiveId" clId="{A08CC999-18A6-407A-9451-1232DF5B7631}" dt="2026-08-28T10:52:33.809" v="594" actId="478"/>
          <ac:spMkLst>
            <pc:docMk/>
            <pc:sldMk cId="0" sldId="270"/>
            <ac:spMk id="6" creationId="{00000000-0000-0000-0000-000000000000}"/>
          </ac:spMkLst>
        </pc:spChg>
        <pc:spChg chg="del">
          <ac:chgData name="shridhar balla" userId="d26eb9566041ae58" providerId="LiveId" clId="{A08CC999-18A6-407A-9451-1232DF5B7631}" dt="2026-08-28T10:52:38.271" v="598" actId="478"/>
          <ac:spMkLst>
            <pc:docMk/>
            <pc:sldMk cId="0" sldId="270"/>
            <ac:spMk id="7" creationId="{00000000-0000-0000-0000-000000000000}"/>
          </ac:spMkLst>
        </pc:spChg>
        <pc:spChg chg="del">
          <ac:chgData name="shridhar balla" userId="d26eb9566041ae58" providerId="LiveId" clId="{A08CC999-18A6-407A-9451-1232DF5B7631}" dt="2026-08-28T10:52:36.434" v="596" actId="478"/>
          <ac:spMkLst>
            <pc:docMk/>
            <pc:sldMk cId="0" sldId="270"/>
            <ac:spMk id="8" creationId="{00000000-0000-0000-0000-000000000000}"/>
          </ac:spMkLst>
        </pc:spChg>
        <pc:spChg chg="del">
          <ac:chgData name="shridhar balla" userId="d26eb9566041ae58" providerId="LiveId" clId="{A08CC999-18A6-407A-9451-1232DF5B7631}" dt="2026-08-28T10:52:37.383" v="597" actId="478"/>
          <ac:spMkLst>
            <pc:docMk/>
            <pc:sldMk cId="0" sldId="270"/>
            <ac:spMk id="9" creationId="{00000000-0000-0000-0000-000000000000}"/>
          </ac:spMkLst>
        </pc:spChg>
        <pc:spChg chg="del">
          <ac:chgData name="shridhar balla" userId="d26eb9566041ae58" providerId="LiveId" clId="{A08CC999-18A6-407A-9451-1232DF5B7631}" dt="2026-08-28T10:52:41.969" v="601" actId="478"/>
          <ac:spMkLst>
            <pc:docMk/>
            <pc:sldMk cId="0" sldId="270"/>
            <ac:spMk id="10" creationId="{00000000-0000-0000-0000-000000000000}"/>
          </ac:spMkLst>
        </pc:spChg>
        <pc:spChg chg="del">
          <ac:chgData name="shridhar balla" userId="d26eb9566041ae58" providerId="LiveId" clId="{A08CC999-18A6-407A-9451-1232DF5B7631}" dt="2026-08-28T10:52:40.911" v="600" actId="478"/>
          <ac:spMkLst>
            <pc:docMk/>
            <pc:sldMk cId="0" sldId="270"/>
            <ac:spMk id="11" creationId="{00000000-0000-0000-0000-000000000000}"/>
          </ac:spMkLst>
        </pc:spChg>
        <pc:spChg chg="del mod">
          <ac:chgData name="shridhar balla" userId="d26eb9566041ae58" providerId="LiveId" clId="{A08CC999-18A6-407A-9451-1232DF5B7631}" dt="2026-08-28T10:52:39.627" v="599" actId="478"/>
          <ac:spMkLst>
            <pc:docMk/>
            <pc:sldMk cId="0" sldId="270"/>
            <ac:spMk id="12" creationId="{00000000-0000-0000-0000-000000000000}"/>
          </ac:spMkLst>
        </pc:spChg>
        <pc:spChg chg="del">
          <ac:chgData name="shridhar balla" userId="d26eb9566041ae58" providerId="LiveId" clId="{A08CC999-18A6-407A-9451-1232DF5B7631}" dt="2026-08-28T10:52:45.516" v="604" actId="478"/>
          <ac:spMkLst>
            <pc:docMk/>
            <pc:sldMk cId="0" sldId="270"/>
            <ac:spMk id="13" creationId="{00000000-0000-0000-0000-000000000000}"/>
          </ac:spMkLst>
        </pc:spChg>
        <pc:spChg chg="del">
          <ac:chgData name="shridhar balla" userId="d26eb9566041ae58" providerId="LiveId" clId="{A08CC999-18A6-407A-9451-1232DF5B7631}" dt="2026-08-28T10:52:43.549" v="602" actId="478"/>
          <ac:spMkLst>
            <pc:docMk/>
            <pc:sldMk cId="0" sldId="270"/>
            <ac:spMk id="14" creationId="{00000000-0000-0000-0000-000000000000}"/>
          </ac:spMkLst>
        </pc:spChg>
        <pc:spChg chg="del">
          <ac:chgData name="shridhar balla" userId="d26eb9566041ae58" providerId="LiveId" clId="{A08CC999-18A6-407A-9451-1232DF5B7631}" dt="2026-08-28T10:52:44.417" v="603" actId="478"/>
          <ac:spMkLst>
            <pc:docMk/>
            <pc:sldMk cId="0" sldId="270"/>
            <ac:spMk id="15" creationId="{00000000-0000-0000-0000-000000000000}"/>
          </ac:spMkLst>
        </pc:spChg>
        <pc:spChg chg="add mod">
          <ac:chgData name="shridhar balla" userId="d26eb9566041ae58" providerId="LiveId" clId="{A08CC999-18A6-407A-9451-1232DF5B7631}" dt="2026-08-28T10:53:29.752" v="625" actId="1036"/>
          <ac:spMkLst>
            <pc:docMk/>
            <pc:sldMk cId="0" sldId="270"/>
            <ac:spMk id="17" creationId="{DA971C78-E868-EE83-B39D-F0DC489A9C74}"/>
          </ac:spMkLst>
        </pc:spChg>
      </pc:sldChg>
      <pc:sldChg chg="modSp mod">
        <pc:chgData name="shridhar balla" userId="d26eb9566041ae58" providerId="LiveId" clId="{A08CC999-18A6-407A-9451-1232DF5B7631}" dt="2026-08-28T10:55:44.253" v="636" actId="20577"/>
        <pc:sldMkLst>
          <pc:docMk/>
          <pc:sldMk cId="0" sldId="271"/>
        </pc:sldMkLst>
        <pc:spChg chg="mod">
          <ac:chgData name="shridhar balla" userId="d26eb9566041ae58" providerId="LiveId" clId="{A08CC999-18A6-407A-9451-1232DF5B7631}" dt="2026-08-28T10:55:44.253" v="636" actId="20577"/>
          <ac:spMkLst>
            <pc:docMk/>
            <pc:sldMk cId="0" sldId="271"/>
            <ac:spMk id="11" creationId="{00000000-0000-0000-0000-000000000000}"/>
          </ac:spMkLst>
        </pc:spChg>
        <pc:spChg chg="mod">
          <ac:chgData name="shridhar balla" userId="d26eb9566041ae58" providerId="LiveId" clId="{A08CC999-18A6-407A-9451-1232DF5B7631}" dt="2026-08-22T09:10:20.434" v="206" actId="20577"/>
          <ac:spMkLst>
            <pc:docMk/>
            <pc:sldMk cId="0" sldId="271"/>
            <ac:spMk id="15" creationId="{00000000-0000-0000-0000-000000000000}"/>
          </ac:spMkLst>
        </pc:spChg>
        <pc:spChg chg="mod">
          <ac:chgData name="shridhar balla" userId="d26eb9566041ae58" providerId="LiveId" clId="{A08CC999-18A6-407A-9451-1232DF5B7631}" dt="2026-08-25T09:56:39.970" v="289" actId="20577"/>
          <ac:spMkLst>
            <pc:docMk/>
            <pc:sldMk cId="0" sldId="271"/>
            <ac:spMk id="19" creationId="{00000000-0000-0000-0000-000000000000}"/>
          </ac:spMkLst>
        </pc:spChg>
        <pc:spChg chg="mod">
          <ac:chgData name="shridhar balla" userId="d26eb9566041ae58" providerId="LiveId" clId="{A08CC999-18A6-407A-9451-1232DF5B7631}" dt="2026-08-22T09:12:48.818" v="247" actId="1036"/>
          <ac:spMkLst>
            <pc:docMk/>
            <pc:sldMk cId="0" sldId="271"/>
            <ac:spMk id="20" creationId="{00000000-0000-0000-0000-000000000000}"/>
          </ac:spMkLst>
        </pc:spChg>
        <pc:spChg chg="mod">
          <ac:chgData name="shridhar balla" userId="d26eb9566041ae58" providerId="LiveId" clId="{A08CC999-18A6-407A-9451-1232DF5B7631}" dt="2026-08-22T09:11:14.348" v="210" actId="21"/>
          <ac:spMkLst>
            <pc:docMk/>
            <pc:sldMk cId="0" sldId="271"/>
            <ac:spMk id="23" creationId="{00000000-0000-0000-0000-000000000000}"/>
          </ac:spMkLst>
        </pc:spChg>
      </pc:sldChg>
      <pc:sldChg chg="addSp delSp modSp mod">
        <pc:chgData name="shridhar balla" userId="d26eb9566041ae58" providerId="LiveId" clId="{A08CC999-18A6-407A-9451-1232DF5B7631}" dt="2026-08-28T09:34:53.266" v="333"/>
        <pc:sldMkLst>
          <pc:docMk/>
          <pc:sldMk cId="0" sldId="275"/>
        </pc:sldMkLst>
        <pc:spChg chg="add del mod">
          <ac:chgData name="shridhar balla" userId="d26eb9566041ae58" providerId="LiveId" clId="{A08CC999-18A6-407A-9451-1232DF5B7631}" dt="2026-08-28T09:34:53.266" v="333"/>
          <ac:spMkLst>
            <pc:docMk/>
            <pc:sldMk cId="0" sldId="275"/>
            <ac:spMk id="2" creationId="{2D6E9DAE-C43B-1F5A-0B71-4989688A06B3}"/>
          </ac:spMkLst>
        </pc:spChg>
      </pc:sldChg>
      <pc:sldChg chg="addSp delSp modSp add mod">
        <pc:chgData name="shridhar balla" userId="d26eb9566041ae58" providerId="LiveId" clId="{A08CC999-18A6-407A-9451-1232DF5B7631}" dt="2026-08-28T11:47:38.031" v="659"/>
        <pc:sldMkLst>
          <pc:docMk/>
          <pc:sldMk cId="990696891" sldId="276"/>
        </pc:sldMkLst>
        <pc:spChg chg="mod">
          <ac:chgData name="shridhar balla" userId="d26eb9566041ae58" providerId="LiveId" clId="{A08CC999-18A6-407A-9451-1232DF5B7631}" dt="2026-08-22T09:07:12.944" v="200" actId="1076"/>
          <ac:spMkLst>
            <pc:docMk/>
            <pc:sldMk cId="990696891" sldId="276"/>
            <ac:spMk id="10" creationId="{C0DD2799-0DDF-3936-D2DB-1D38C7D0C21B}"/>
          </ac:spMkLst>
        </pc:spChg>
        <pc:spChg chg="mod">
          <ac:chgData name="shridhar balla" userId="d26eb9566041ae58" providerId="LiveId" clId="{A08CC999-18A6-407A-9451-1232DF5B7631}" dt="2026-08-22T09:07:04.165" v="199" actId="255"/>
          <ac:spMkLst>
            <pc:docMk/>
            <pc:sldMk cId="990696891" sldId="276"/>
            <ac:spMk id="12" creationId="{8BB91FCA-12F3-A264-7497-89321CA2A170}"/>
          </ac:spMkLst>
        </pc:spChg>
        <pc:spChg chg="mod">
          <ac:chgData name="shridhar balla" userId="d26eb9566041ae58" providerId="LiveId" clId="{A08CC999-18A6-407A-9451-1232DF5B7631}" dt="2026-08-22T09:06:36.583" v="193" actId="14100"/>
          <ac:spMkLst>
            <pc:docMk/>
            <pc:sldMk cId="990696891" sldId="276"/>
            <ac:spMk id="13" creationId="{5FB5061D-CD1F-E834-D834-95C3E2991550}"/>
          </ac:spMkLst>
        </pc:spChg>
        <pc:spChg chg="mod">
          <ac:chgData name="shridhar balla" userId="d26eb9566041ae58" providerId="LiveId" clId="{A08CC999-18A6-407A-9451-1232DF5B7631}" dt="2026-08-28T11:47:38.031" v="659"/>
          <ac:spMkLst>
            <pc:docMk/>
            <pc:sldMk cId="990696891" sldId="276"/>
            <ac:spMk id="15" creationId="{365AB21A-37E5-9CD2-6EBC-DD268C27B42E}"/>
          </ac:spMkLst>
        </pc:spChg>
        <pc:picChg chg="add mod">
          <ac:chgData name="shridhar balla" userId="d26eb9566041ae58" providerId="LiveId" clId="{A08CC999-18A6-407A-9451-1232DF5B7631}" dt="2026-08-28T11:46:22.142" v="657" actId="14100"/>
          <ac:picMkLst>
            <pc:docMk/>
            <pc:sldMk cId="990696891" sldId="276"/>
            <ac:picMk id="5" creationId="{6CA0DA2B-7EF2-70B7-491B-8F79F5D97773}"/>
          </ac:picMkLst>
        </pc:picChg>
        <pc:picChg chg="mod">
          <ac:chgData name="shridhar balla" userId="d26eb9566041ae58" providerId="LiveId" clId="{A08CC999-18A6-407A-9451-1232DF5B7631}" dt="2026-08-22T09:06:48.568" v="196" actId="14100"/>
          <ac:picMkLst>
            <pc:docMk/>
            <pc:sldMk cId="990696891" sldId="276"/>
            <ac:picMk id="11" creationId="{E1F0A79A-F635-A024-9A3B-0834FE472F36}"/>
          </ac:picMkLst>
        </pc:picChg>
        <pc:picChg chg="add del mod">
          <ac:chgData name="shridhar balla" userId="d26eb9566041ae58" providerId="LiveId" clId="{A08CC999-18A6-407A-9451-1232DF5B7631}" dt="2026-08-28T11:46:12.111" v="653" actId="478"/>
          <ac:picMkLst>
            <pc:docMk/>
            <pc:sldMk cId="990696891" sldId="276"/>
            <ac:picMk id="14" creationId="{BEEB01AC-1320-F12A-7F59-1D4FBA42CC78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09105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5" name="Google Shape;25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198476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file:///C:\Users\shrid\OneDrive\Desktop\BikeWale%20Project\BikeWale_Project_Presentation.pptx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0.xml.rels><?xml version="1.0" encoding="UTF-8" standalone="yes"?>
<Relationships xmlns="http://schemas.openxmlformats.org/package/2006/relationships"><Relationship Id="rId3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Relationship Id="rId9" Type="http://schemas.openxmlformats.org/officeDocument/2006/relationships/image" Target="../media/image9.png"/></Relationships>
</file>

<file path=ppt/slides/_rels/slide21.xml.rels><?xml version="1.0" encoding="UTF-8" standalone="yes"?>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itle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737360" y="3657600"/>
            <a:ext cx="8778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RESTAURANT RATINGS ANALYSIS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1737360" y="4389120"/>
            <a:ext cx="8778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SQL Analytics Study of Consumer Preferences &amp; Restaurant Ratings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1737360" y="4846320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  •  SQL Queries  •  Window Functions  •  Business Insights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737360" y="6263640"/>
            <a:ext cx="8778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Project  |  Innomatics Research Labs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/>
        </p:nvSpPr>
        <p:spPr>
          <a:xfrm>
            <a:off x="737812" y="1299172"/>
            <a:ext cx="11149388" cy="4524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N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Background</a:t>
            </a:r>
            <a:r>
              <a:rPr lang="en-IN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:</a:t>
            </a:r>
            <a:r>
              <a:rPr lang="en-IN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N" sz="240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B-tech</a:t>
            </a:r>
            <a:endParaRPr sz="240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indent="-285750">
              <a:buClr>
                <a:schemeClr val="dk1"/>
              </a:buClr>
              <a:buSzPts val="2400"/>
              <a:buFont typeface="Arial"/>
              <a:buChar char="•"/>
            </a:pPr>
            <a:endParaRPr lang="en-IN" sz="24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indent="-285750"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N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Why you want to learn Data Science : </a:t>
            </a:r>
            <a:r>
              <a:rPr lang="en-IN" sz="2400" dirty="0"/>
              <a:t>I want to learn </a:t>
            </a:r>
            <a:r>
              <a:rPr lang="en-IN" sz="2400" b="1" dirty="0"/>
              <a:t>Data Science with Generative AI</a:t>
            </a:r>
            <a:r>
              <a:rPr lang="en-IN" sz="2400" dirty="0"/>
              <a:t> because I am interested in working with data, </a:t>
            </a:r>
            <a:r>
              <a:rPr lang="en-IN" sz="2400" dirty="0" err="1"/>
              <a:t>analyzing</a:t>
            </a:r>
            <a:r>
              <a:rPr lang="en-IN" sz="2400" dirty="0"/>
              <a:t> it, and extracting meaningful insights from it. I also want to understand how Generative AI can be applied to data and real-world problems. This course will help me build a strong foundation in data analysis, machine learning, and Generative AI while developing practical skills to create intelligent, data-driven solutions.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endParaRPr sz="24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N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lang="en-IN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ork experience : </a:t>
            </a:r>
            <a:r>
              <a:rPr lang="en-IN" sz="240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Fresher</a:t>
            </a:r>
            <a:endParaRPr sz="240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•"/>
            </a:pPr>
            <a:endParaRPr lang="en-IN" sz="24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lvl="0" indent="-285750">
              <a:buClr>
                <a:schemeClr val="dk1"/>
              </a:buClr>
              <a:buSzPts val="2400"/>
              <a:buFont typeface="Calibri"/>
              <a:buChar char="•"/>
            </a:pPr>
            <a:r>
              <a:rPr lang="en-IN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LinkedIn</a:t>
            </a:r>
            <a:r>
              <a:rPr lang="en-IN" sz="24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 : </a:t>
            </a:r>
            <a:r>
              <a:rPr lang="en-IN" sz="2400" b="1" dirty="0">
                <a:solidFill>
                  <a:schemeClr val="dk1"/>
                </a:solidFill>
                <a:ea typeface="Calibri"/>
                <a:cs typeface="Calibri"/>
                <a:sym typeface="Calibri"/>
                <a:hlinkClick r:id="rId3" action="ppaction://hlinkpres?slideindex=1&amp;slidetitle="/>
              </a:rPr>
              <a:t>https://www.linkedin.com/in/shridhar-balla-33b506237/</a:t>
            </a:r>
            <a:endParaRPr sz="24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427656" y="416554"/>
            <a:ext cx="6099600" cy="4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r>
              <a:rPr lang="en-IN" sz="3200" b="0" i="0" u="none" strike="noStrike" cap="none" dirty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About me </a:t>
            </a:r>
            <a:endParaRPr sz="1800" b="0" i="0" u="none" strike="noStrike" cap="none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19" y="1527048"/>
            <a:ext cx="9602133" cy="4689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/>
              <a:t xml:space="preserve">Restaurants and consumers generate large volumes of </a:t>
            </a:r>
            <a:r>
              <a:rPr lang="en-IN" sz="2200" dirty="0" b="1"/>
              <a:t>rating and preference data</a:t>
            </a:r>
            <a:r>
              <a:rPr lang="en-IN" sz="2200" dirty="0"/>
              <a:t>.</a:t>
            </a:r>
          </a:p>
          <a:p>
            <a:pPr marL="342900" lvl="0" indent="-342900">
              <a:buNone/>
            </a:pPr>
            <a:endParaRPr lang="en-IN" sz="80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/>
              <a:t xml:space="preserve">Understanding </a:t>
            </a:r>
            <a:r>
              <a:rPr lang="en-IN" sz="2200" dirty="0" b="1"/>
              <a:t>who the consumers are</a:t>
            </a:r>
            <a:r>
              <a:rPr lang="en-IN" sz="2200" dirty="0"/>
              <a:t>, what cuisines they prefer and how they rate restaurants is hard from raw tables.</a:t>
            </a:r>
          </a:p>
          <a:p>
            <a:pPr marL="342900" lvl="0" indent="-342900">
              <a:buNone/>
            </a:pPr>
            <a:endParaRPr lang="en-IN" sz="80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/>
              <a:t xml:space="preserve">This project uses </a:t>
            </a:r>
            <a:r>
              <a:rPr lang="en-IN" sz="2200" dirty="0" b="1"/>
              <a:t>SQL</a:t>
            </a:r>
            <a:r>
              <a:rPr lang="en-IN" sz="2200" dirty="0"/>
              <a:t xml:space="preserve"> on a restaurant–consumer database to answer business questions.</a:t>
            </a:r>
          </a:p>
          <a:p>
            <a:pPr marL="342900" lvl="0" indent="-342900">
              <a:buNone/>
            </a:pPr>
            <a:endParaRPr lang="en-IN" sz="80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/>
              <a:t xml:space="preserve">The data sits in </a:t>
            </a:r>
            <a:r>
              <a:rPr lang="en-IN" sz="2200" dirty="0" b="1"/>
              <a:t>five related MySQL tables</a:t>
            </a:r>
            <a:r>
              <a:rPr lang="en-IN" sz="2200" dirty="0"/>
              <a:t xml:space="preserve"> analysed with joins, CTEs, window functions, views and stored procedures.</a:t>
            </a:r>
          </a:p>
          <a:p>
            <a:pPr marL="342900" lvl="0" indent="-342900">
              <a:buNone/>
            </a:pPr>
            <a:endParaRPr lang="en-IN" sz="80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/>
              <a:t xml:space="preserve">The analysis covers </a:t>
            </a:r>
            <a:r>
              <a:rPr lang="en-IN" sz="2200" dirty="0" b="1"/>
              <a:t>consumer profiles, cuisine preferences, restaurant features and ratings</a:t>
            </a:r>
            <a:r>
              <a:rPr lang="en-IN" sz="2200" dirty="0"/>
              <a:t>.</a:t>
            </a:r>
          </a:p>
        </p:txBody>
      </p:sp>
      <p:pic>
        <p:nvPicPr>
          <p:cNvPr id="18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4375" y="6473952"/>
            <a:ext cx="1051560" cy="219456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457200" y="6473952"/>
            <a:ext cx="548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005840" y="647395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Problem Statement</a:t>
            </a:r>
            <a:endParaRPr lang="en-US" sz="3000" dirty="0"/>
          </a:p>
        </p:txBody>
      </p:sp>
      <p:pic>
        <p:nvPicPr>
          <p:cNvPr id="12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4375" y="6473952"/>
            <a:ext cx="1051560" cy="219456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457200" y="6473952"/>
            <a:ext cx="548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05840" y="647395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</a:t>
            </a:r>
            <a:endParaRPr lang="en-US" sz="9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7A0B47D-E9D4-8153-BFC9-F818E6F8C54C}"/>
              </a:ext>
            </a:extLst>
          </p:cNvPr>
          <p:cNvSpPr txBox="1"/>
          <p:nvPr/>
        </p:nvSpPr>
        <p:spPr>
          <a:xfrm>
            <a:off x="502921" y="1810138"/>
            <a:ext cx="10271454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200" dirty="0"/>
              <a:t xml:space="preserve">Consumer, restaurant and rating data sit in </a:t>
            </a:r>
            <a:r>
              <a:rPr lang="en-IN" sz="2200" dirty="0" b="1"/>
              <a:t>separate tables</a:t>
            </a:r>
            <a:r>
              <a:rPr lang="en-IN" sz="2200" dirty="0"/>
              <a:t>, so there is no single view.</a:t>
            </a:r>
          </a:p>
          <a:p>
            <a:pPr marL="457200" lvl="0" indent="-457200">
              <a:buNone/>
            </a:pPr>
            <a:endParaRPr lang="en-IN" sz="800"/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200" dirty="0"/>
              <a:t xml:space="preserve">It is hard to see </a:t>
            </a:r>
            <a:r>
              <a:rPr lang="en-IN" sz="2200" dirty="0" b="1"/>
              <a:t>who the consumers are</a:t>
            </a:r>
            <a:r>
              <a:rPr lang="en-IN" sz="2200" dirty="0"/>
              <a:t xml:space="preserve"> by city, budget, age and occupation.</a:t>
            </a:r>
          </a:p>
          <a:p>
            <a:pPr marL="457200" lvl="0" indent="-457200">
              <a:buNone/>
            </a:pPr>
            <a:endParaRPr lang="en-IN" sz="800"/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200" dirty="0"/>
              <a:t xml:space="preserve">Businesses cannot easily compare </a:t>
            </a:r>
            <a:r>
              <a:rPr lang="en-IN" sz="2200" dirty="0" b="1"/>
              <a:t>which cuisines consumers prefer</a:t>
            </a:r>
            <a:r>
              <a:rPr lang="en-IN" sz="2200" dirty="0"/>
              <a:t xml:space="preserve"> with </a:t>
            </a:r>
            <a:r>
              <a:rPr lang="en-IN" sz="2200" dirty="0" b="1"/>
              <a:t>which get rated most</a:t>
            </a:r>
            <a:r>
              <a:rPr lang="en-IN" sz="2200" dirty="0"/>
              <a:t>.</a:t>
            </a:r>
          </a:p>
          <a:p>
            <a:pPr marL="457200" lvl="0" indent="-457200">
              <a:buNone/>
            </a:pPr>
            <a:endParaRPr lang="en-IN" sz="800"/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200" dirty="0"/>
              <a:t xml:space="preserve">Finding </a:t>
            </a:r>
            <a:r>
              <a:rPr lang="en-IN" sz="2200" dirty="0" b="1"/>
              <a:t>top-rated and under-performing restaurants</a:t>
            </a:r>
            <a:r>
              <a:rPr lang="en-IN" sz="2200" dirty="0"/>
              <a:t xml:space="preserve"> needs ratings joined across tables.</a:t>
            </a:r>
          </a:p>
          <a:p>
            <a:pPr marL="457200" lvl="0" indent="-457200">
              <a:buNone/>
            </a:pPr>
            <a:endParaRPr lang="en-IN" sz="800"/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200" dirty="0"/>
              <a:t xml:space="preserve">There is </a:t>
            </a:r>
            <a:r>
              <a:rPr lang="en-IN" sz="2200" dirty="0" b="1"/>
              <a:t>no reusable reporting layer</a:t>
            </a:r>
            <a:r>
              <a:rPr lang="en-IN" sz="2200" dirty="0"/>
              <a:t>, so every question is rewritten from scratch.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</a:t>
            </a:r>
            <a:endParaRPr lang="en-US" sz="3000" dirty="0"/>
          </a:p>
        </p:txBody>
      </p:sp>
      <p:pic>
        <p:nvPicPr>
          <p:cNvPr id="22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4375" y="6473952"/>
            <a:ext cx="1051560" cy="219456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457200" y="6473952"/>
            <a:ext cx="548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005840" y="647395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9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6231FC3-B633-C036-0D09-3130678B6A89}"/>
              </a:ext>
            </a:extLst>
          </p:cNvPr>
          <p:cNvSpPr txBox="1"/>
          <p:nvPr/>
        </p:nvSpPr>
        <p:spPr>
          <a:xfrm>
            <a:off x="502920" y="1527048"/>
            <a:ext cx="10225734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b="1" dirty="0"/>
              <a:t>Design and load</a:t>
            </a:r>
            <a:r>
              <a:rPr lang="en-IN" sz="2200" dirty="0"/>
              <a:t xml:space="preserve"> a relational database of consumers, restaurants, cuisines, preferences and ratings.</a:t>
            </a:r>
          </a:p>
          <a:p>
            <a:pPr marL="342900" lvl="0" indent="-342900">
              <a:buNone/>
            </a:pPr>
            <a:endParaRPr lang="en-IN" sz="80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b="1" dirty="0"/>
              <a:t>Profile consumers</a:t>
            </a:r>
            <a:r>
              <a:rPr lang="en-IN" sz="2200" dirty="0"/>
              <a:t xml:space="preserve"> by city, budget, age group, occupation and transport.</a:t>
            </a:r>
          </a:p>
          <a:p>
            <a:pPr marL="342900" lvl="0" indent="-342900">
              <a:buNone/>
            </a:pPr>
            <a:endParaRPr lang="en-IN" sz="80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b="1" dirty="0"/>
              <a:t>Analyse cuisine preferences</a:t>
            </a:r>
            <a:r>
              <a:rPr lang="en-IN" sz="2200" dirty="0"/>
              <a:t xml:space="preserve"> and compare them with rating activity.</a:t>
            </a:r>
          </a:p>
          <a:p>
            <a:pPr marL="342900" lvl="0" indent="-342900">
              <a:buNone/>
            </a:pPr>
            <a:endParaRPr lang="en-IN" sz="80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b="1" dirty="0"/>
              <a:t>Evaluate restaurants</a:t>
            </a:r>
            <a:r>
              <a:rPr lang="en-IN" sz="2200" dirty="0"/>
              <a:t xml:space="preserve"> using Overall, Food and Service ratings.</a:t>
            </a:r>
          </a:p>
          <a:p>
            <a:pPr marL="342900" lvl="0" indent="-342900">
              <a:buNone/>
            </a:pPr>
            <a:endParaRPr lang="en-IN" sz="80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b="1" dirty="0"/>
              <a:t>Apply advanced SQL</a:t>
            </a:r>
            <a:r>
              <a:rPr lang="en-IN" sz="2200" dirty="0"/>
              <a:t>: CTEs, window functions, views and stored procedures.</a:t>
            </a:r>
          </a:p>
          <a:p>
            <a:pPr marL="342900" lvl="0" indent="-342900">
              <a:buNone/>
            </a:pPr>
            <a:endParaRPr lang="en-IN" sz="80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b="1" dirty="0"/>
              <a:t>Deliver business insights</a:t>
            </a:r>
            <a:r>
              <a:rPr lang="en-IN" sz="2200" dirty="0"/>
              <a:t xml:space="preserve"> for restaurants and recommendation platforms.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 &amp; Data Source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55448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the database contain?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19" y="2011680"/>
            <a:ext cx="111556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30000"/>
              </a:lnSpc>
              <a:buSzPct val="100000"/>
              <a:buChar char="•"/>
            </a:pP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&amp; consumer ratings data stored in a MySQL database</a:t>
            </a:r>
            <a:endParaRPr lang="en-US" dirty="0"/>
          </a:p>
          <a:p>
            <a:pPr marL="152400" indent="-152400">
              <a:lnSpc>
                <a:spcPct val="130000"/>
              </a:lnSpc>
              <a:buSzPct val="100000"/>
              <a:buChar char="•"/>
            </a:pP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related tables: consumers, restaurants, ratings, consumer_preferences, restaurant_cuisines</a:t>
            </a:r>
            <a:endParaRPr lang="en-US" dirty="0"/>
          </a:p>
          <a:p>
            <a:pPr marL="152400" indent="-152400">
              <a:lnSpc>
                <a:spcPct val="130000"/>
              </a:lnSpc>
              <a:buSzPct val="100000"/>
              <a:buChar char="•"/>
            </a:pP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attributes: city, age, occupation, budget, smoker, drink level, transport</a:t>
            </a:r>
            <a:endParaRPr lang="en-US" dirty="0"/>
          </a:p>
          <a:p>
            <a:pPr marL="152400" indent="-152400">
              <a:lnSpc>
                <a:spcPct val="130000"/>
              </a:lnSpc>
              <a:buSzPct val="100000"/>
              <a:buChar char="•"/>
            </a:pP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attributes: location, price, alcohol service, parking, franchise, area</a:t>
            </a:r>
            <a:endParaRPr lang="en-US" dirty="0"/>
          </a:p>
          <a:p>
            <a:pPr marL="152400" indent="-152400">
              <a:lnSpc>
                <a:spcPct val="130000"/>
              </a:lnSpc>
              <a:buSzPct val="100000"/>
              <a:buChar char="•"/>
            </a:pP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 coded 0–2 (2 = Highly Satisfactory) for overall, food and service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02920" y="4343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Database: Project (MySQL)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02920" y="48006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tables, views and procedures were built and queried in MySQL</a:t>
            </a:r>
            <a:endParaRPr lang="en-US" dirty="0"/>
          </a:p>
        </p:txBody>
      </p:sp>
      <p:pic>
        <p:nvPicPr>
          <p:cNvPr id="16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4375" y="6473952"/>
            <a:ext cx="1051560" cy="219456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457200" y="6473952"/>
            <a:ext cx="548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005840" y="647395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CONCEPTS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SQL Concepts Used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F4F4F4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828800"/>
            <a:ext cx="502920" cy="502920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24688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283464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JOINs across two to four tables connect consumers, ratings, restaurants and cuisines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37560" y="1600200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F4F4F4"/>
          </a:solidFill>
          <a:ln/>
        </p:spPr>
      </p:sp>
      <p:sp>
        <p:nvSpPr>
          <p:cNvPr id="10" name="Shape 8"/>
          <p:cNvSpPr/>
          <p:nvPr/>
        </p:nvSpPr>
        <p:spPr>
          <a:xfrm>
            <a:off x="3566160" y="1828800"/>
            <a:ext cx="502920" cy="502920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11" name="Text 9"/>
          <p:cNvSpPr/>
          <p:nvPr/>
        </p:nvSpPr>
        <p:spPr>
          <a:xfrm>
            <a:off x="356616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20440" y="24688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20440" y="283464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and AVG with GROUP BY and HAVING summarise consumers, cuisines and restaurants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72200" y="1600200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F4F4F4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0" y="1828800"/>
            <a:ext cx="502920" cy="502920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55080" y="24688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Subqueries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55080" y="283464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IN, scalar and derived-table subqueries, e.g. food rating below the overall average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006840" y="1600200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F4F4F4"/>
          </a:solidFill>
          <a:ln/>
        </p:spPr>
      </p:sp>
      <p:sp>
        <p:nvSpPr>
          <p:cNvPr id="20" name="Shape 18"/>
          <p:cNvSpPr/>
          <p:nvPr/>
        </p:nvSpPr>
        <p:spPr>
          <a:xfrm>
            <a:off x="9235440" y="1828800"/>
            <a:ext cx="502920" cy="502920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21" name="Text 19"/>
          <p:cNvSpPr/>
          <p:nvPr/>
        </p:nvSpPr>
        <p:spPr>
          <a:xfrm>
            <a:off x="923544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189720" y="24688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189720" y="283464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clauses build readable multi-step logic such as top-5 consumers and city rankings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02920" y="3977640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F4F4F4"/>
          </a:solidFill>
          <a:ln/>
        </p:spPr>
      </p:sp>
      <p:sp>
        <p:nvSpPr>
          <p:cNvPr id="25" name="Shape 23"/>
          <p:cNvSpPr/>
          <p:nvPr/>
        </p:nvSpPr>
        <p:spPr>
          <a:xfrm>
            <a:off x="731520" y="4206240"/>
            <a:ext cx="502920" cy="502920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4206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85800" y="48463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Functions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85800" y="521208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DENSE_RANK, ROW_NUMBER, LEAD and AVG() OVER (PARTITION BY) for ranks and comparisons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337560" y="3977640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F4F4F4"/>
          </a:solidFill>
          <a:ln/>
        </p:spPr>
      </p:sp>
      <p:sp>
        <p:nvSpPr>
          <p:cNvPr id="30" name="Shape 28"/>
          <p:cNvSpPr/>
          <p:nvPr/>
        </p:nvSpPr>
        <p:spPr>
          <a:xfrm>
            <a:off x="3566160" y="4206240"/>
            <a:ext cx="502920" cy="502920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31" name="Text 29"/>
          <p:cNvSpPr/>
          <p:nvPr/>
        </p:nvSpPr>
        <p:spPr>
          <a:xfrm>
            <a:off x="3566160" y="4206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520440" y="48463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EXISTS / NOT EXISTS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520440" y="521208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Correlated subqueries for gap analysis, e.g. consumers who never rated an Italian restaurant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172200" y="3977640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F4F4F4"/>
          </a:solidFill>
          <a:ln/>
        </p:spPr>
      </p:sp>
      <p:sp>
        <p:nvSpPr>
          <p:cNvPr id="35" name="Shape 33"/>
          <p:cNvSpPr/>
          <p:nvPr/>
        </p:nvSpPr>
        <p:spPr>
          <a:xfrm>
            <a:off x="6400800" y="4206240"/>
            <a:ext cx="502920" cy="502920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0" y="4206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355080" y="48463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355080" y="521208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virtual tables: HighlyRatedMexicanRestaurants and ConsumerAverageRatings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9006840" y="3977640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F4F4F4"/>
          </a:solidFill>
          <a:ln/>
        </p:spPr>
      </p:sp>
      <p:sp>
        <p:nvSpPr>
          <p:cNvPr id="40" name="Shape 38"/>
          <p:cNvSpPr/>
          <p:nvPr/>
        </p:nvSpPr>
        <p:spPr>
          <a:xfrm>
            <a:off x="9235440" y="4206240"/>
            <a:ext cx="502920" cy="502920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41" name="Text 39"/>
          <p:cNvSpPr/>
          <p:nvPr/>
        </p:nvSpPr>
        <p:spPr>
          <a:xfrm>
            <a:off x="9235440" y="4206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9189720" y="48463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Procedures &amp; CASE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9189720" y="521208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Parameterised procedures plus CASE logic for spending segments and rating flags</a:t>
            </a:r>
            <a:endParaRPr lang="en-US" sz="1000" dirty="0"/>
          </a:p>
        </p:txBody>
      </p:sp>
      <p:pic>
        <p:nvPicPr>
          <p:cNvPr id="44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4375" y="6473952"/>
            <a:ext cx="1051560" cy="219456"/>
          </a:xfrm>
          <a:prstGeom prst="rect">
            <a:avLst/>
          </a:prstGeom>
        </p:spPr>
      </p:pic>
      <p:sp>
        <p:nvSpPr>
          <p:cNvPr id="45" name="Text 42"/>
          <p:cNvSpPr/>
          <p:nvPr/>
        </p:nvSpPr>
        <p:spPr>
          <a:xfrm>
            <a:off x="457200" y="6473952"/>
            <a:ext cx="548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1005840" y="647395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CONCEPTS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Queries &amp; Analysis Approach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55448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3E3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2212848"/>
            <a:ext cx="3429000" cy="0"/>
          </a:xfrm>
          <a:prstGeom prst="line">
            <a:avLst/>
          </a:prstGeom>
          <a:noFill/>
          <a:ln w="25400">
            <a:solidFill>
              <a:srgbClr val="C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3317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Schema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02920" y="2724912"/>
            <a:ext cx="34747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Studied the ER diagram, primary and foreign keys and the 0–2 rating scale before writing any query.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297680" y="155448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3E3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4297680" y="2212848"/>
            <a:ext cx="3429000" cy="0"/>
          </a:xfrm>
          <a:prstGeom prst="line">
            <a:avLst/>
          </a:prstGeom>
          <a:noFill/>
          <a:ln w="25400">
            <a:solidFill>
              <a:srgbClr val="C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0" y="23317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Database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297680" y="2724912"/>
            <a:ext cx="34747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the Project database and five tables with primary keys, then added foreign-key constraints.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092440" y="155448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3E3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8092440" y="2212848"/>
            <a:ext cx="3429000" cy="0"/>
          </a:xfrm>
          <a:prstGeom prst="line">
            <a:avLst/>
          </a:prstGeom>
          <a:noFill/>
          <a:ln w="25400">
            <a:solidFill>
              <a:srgbClr val="C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92440" y="23317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&amp; Profile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092440" y="2724912"/>
            <a:ext cx="34747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Previewed every table with LIMIT 10, then profiled consumers by city, budget, age group, occupation and transport.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406908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3E3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502920" y="4727448"/>
            <a:ext cx="3429000" cy="0"/>
          </a:xfrm>
          <a:prstGeom prst="line">
            <a:avLst/>
          </a:prstGeom>
          <a:noFill/>
          <a:ln w="25400">
            <a:solidFill>
              <a:srgbClr val="C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48463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Filter, Join &amp; Aggregate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502920" y="5239512"/>
            <a:ext cx="34747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tables with INNER JOINs and answered questions with WHERE, GROUP BY, HAVING and derived tables.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297680" y="406908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3E3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000" dirty="0"/>
          </a:p>
        </p:txBody>
      </p:sp>
      <p:sp>
        <p:nvSpPr>
          <p:cNvPr id="21" name="Shape 19"/>
          <p:cNvSpPr/>
          <p:nvPr/>
        </p:nvSpPr>
        <p:spPr>
          <a:xfrm>
            <a:off x="4297680" y="4727448"/>
            <a:ext cx="3429000" cy="0"/>
          </a:xfrm>
          <a:prstGeom prst="line">
            <a:avLst/>
          </a:prstGeom>
          <a:noFill/>
          <a:ln w="25400">
            <a:solidFill>
              <a:srgbClr val="C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97680" y="48463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Analytics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4297680" y="5239512"/>
            <a:ext cx="34747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CTEs, window functions (DENSE_RANK, ROW_NUMBER, LEAD, AVG OVER) and EXISTS / NOT EXISTS for ranking and gap analysis.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092440" y="406908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3E3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000" dirty="0"/>
          </a:p>
        </p:txBody>
      </p:sp>
      <p:sp>
        <p:nvSpPr>
          <p:cNvPr id="25" name="Shape 23"/>
          <p:cNvSpPr/>
          <p:nvPr/>
        </p:nvSpPr>
        <p:spPr>
          <a:xfrm>
            <a:off x="8092440" y="4727448"/>
            <a:ext cx="3429000" cy="0"/>
          </a:xfrm>
          <a:prstGeom prst="line">
            <a:avLst/>
          </a:prstGeom>
          <a:noFill/>
          <a:ln w="25400">
            <a:solidFill>
              <a:srgbClr val="C0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92440" y="48463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for Reuse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8092440" y="5239512"/>
            <a:ext cx="34747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logic as views and stored procedures so segment and rating reports can be re-run with one call.</a:t>
            </a:r>
            <a:endParaRPr lang="en-US" sz="1150" dirty="0"/>
          </a:p>
        </p:txBody>
      </p:sp>
      <p:pic>
        <p:nvPicPr>
          <p:cNvPr id="28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4375" y="6473952"/>
            <a:ext cx="1051560" cy="219456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457200" y="6473952"/>
            <a:ext cx="548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005840" y="647395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Consumer Profiling &amp; Segmentation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554480"/>
            <a:ext cx="658368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distribution:</a:t>
            </a: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counts by city, budget, occupation and transport method (blank values excluded) show where consumers are concentrated and who they are.</a:t>
            </a:r>
            <a:endParaRPr lang="en-US" sz="1350" dirty="0"/>
          </a:p>
          <a:p>
            <a:pPr marL="177800" indent="-1778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groups:</a:t>
            </a: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a CASE expression buckets ages into Under 20, 20–29 … 60+, revealing which age bands dominate the consumer base.</a:t>
            </a:r>
            <a:endParaRPr lang="en-US" sz="1350" dirty="0"/>
          </a:p>
          <a:p>
            <a:pPr marL="177800" indent="-1778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Lifestyle segments:</a:t>
            </a: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filters on Occupation, Smoker and Drink_Level isolate niches such as student smokers and social drinkers who rated no-parking restaurants.</a:t>
            </a:r>
            <a:endParaRPr lang="en-US" sz="1350" dirty="0"/>
          </a:p>
          <a:p>
            <a:pPr marL="177800" indent="-1778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Engaged reviewers:</a:t>
            </a: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students who rated more than two restaurants, and average age by occupation among actual raters, show who drives review activity.</a:t>
            </a:r>
            <a:endParaRPr lang="en-US" sz="1350" dirty="0"/>
          </a:p>
          <a:p>
            <a:pPr marL="177800" indent="-1778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</a:t>
            </a: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clear consumer segments help restaurants and platforms decide which groups and cities to target first.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452360" y="1554480"/>
            <a:ext cx="4251960" cy="4160520"/>
          </a:xfrm>
          <a:prstGeom prst="roundRect">
            <a:avLst>
              <a:gd name="adj" fmla="val 2198"/>
            </a:avLst>
          </a:prstGeom>
          <a:solidFill>
            <a:srgbClr val="1A1A1A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0" y="1783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3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TECHNIQUES USED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0" y="210312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Concepts Applied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772400" y="283464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 BY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89720" y="28346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consumers by city, budget, occupation, transport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72400" y="3438144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89720" y="3438144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Buckets ages into Under 20 … 60+ bands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72400" y="4041648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HAVING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89720" y="4041648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students who rated more than 2 restaurants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772400" y="4645152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DERIVED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89720" y="4645152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age of consumers who have rated</a:t>
            </a:r>
            <a:endParaRPr lang="en-US" sz="1250" dirty="0"/>
          </a:p>
        </p:txBody>
      </p:sp>
      <p:pic>
        <p:nvPicPr>
          <p:cNvPr id="16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4375" y="6473952"/>
            <a:ext cx="1051560" cy="219456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457200" y="6473952"/>
            <a:ext cx="548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005840" y="647395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RESULTS &amp; INSIGHTS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USE CASES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Analysis Questions (Use Cases)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72768"/>
            <a:ext cx="329184" cy="329184"/>
          </a:xfrm>
          <a:prstGeom prst="ellipse">
            <a:avLst/>
          </a:prstGeom>
          <a:solidFill>
            <a:srgbClr val="F4F4F4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5727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960120" y="1545336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are consumers distributed across city, budget and age group?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007108"/>
            <a:ext cx="329184" cy="329184"/>
          </a:xfrm>
          <a:prstGeom prst="ellipse">
            <a:avLst/>
          </a:prstGeom>
          <a:solidFill>
            <a:srgbClr val="F4F4F4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00710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60120" y="1979676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occupations and transport methods dominate the consumer base?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441448"/>
            <a:ext cx="329184" cy="329184"/>
          </a:xfrm>
          <a:prstGeom prst="ellipse">
            <a:avLst/>
          </a:prstGeom>
          <a:solidFill>
            <a:srgbClr val="F4F4F4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4414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60120" y="2414016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cuisines are preferred by the largest number of consumers?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2875788"/>
            <a:ext cx="329184" cy="329184"/>
          </a:xfrm>
          <a:prstGeom prst="ellipse">
            <a:avLst/>
          </a:prstGeom>
          <a:solidFill>
            <a:srgbClr val="F4F4F4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7578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60120" y="2848356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cuisines receive the highest number of ratings?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3310128"/>
            <a:ext cx="329184" cy="329184"/>
          </a:xfrm>
          <a:prstGeom prst="ellipse">
            <a:avLst/>
          </a:prstGeom>
          <a:solidFill>
            <a:srgbClr val="F4F4F4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31012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60120" y="3282696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Medium-budget consumers prefer American cuisine?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02920" y="3744468"/>
            <a:ext cx="329184" cy="329184"/>
          </a:xfrm>
          <a:prstGeom prst="ellipse">
            <a:avLst/>
          </a:prstGeom>
          <a:solidFill>
            <a:srgbClr val="F4F4F4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7444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60120" y="3717036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Mexican-cuisine fans gave an Overall_Rating of 0?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02920" y="4178808"/>
            <a:ext cx="329184" cy="329184"/>
          </a:xfrm>
          <a:prstGeom prst="ellipse">
            <a:avLst/>
          </a:prstGeom>
          <a:solidFill>
            <a:srgbClr val="F4F4F4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417880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60120" y="4151376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consumers have rated restaurants but never an Italian one?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02920" y="4613148"/>
            <a:ext cx="329184" cy="329184"/>
          </a:xfrm>
          <a:prstGeom prst="ellipse">
            <a:avLst/>
          </a:prstGeom>
          <a:solidFill>
            <a:srgbClr val="F4F4F4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46131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60120" y="4585716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Medium-priced restaurants serve Wine &amp; Beer?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263640" y="1572768"/>
            <a:ext cx="329184" cy="329184"/>
          </a:xfrm>
          <a:prstGeom prst="ellipse">
            <a:avLst/>
          </a:prstGeom>
          <a:solidFill>
            <a:srgbClr val="F4F4F4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63640" y="15727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720840" y="1545336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cuisines are offered by the largest number of restaurants?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263640" y="2007108"/>
            <a:ext cx="329184" cy="329184"/>
          </a:xfrm>
          <a:prstGeom prst="ellipse">
            <a:avLst/>
          </a:prstGeom>
          <a:solidFill>
            <a:srgbClr val="F4F4F4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63640" y="200710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720840" y="1979676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are restaurants distributed across price levels?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263640" y="2441448"/>
            <a:ext cx="329184" cy="329184"/>
          </a:xfrm>
          <a:prstGeom prst="ellipse">
            <a:avLst/>
          </a:prstGeom>
          <a:solidFill>
            <a:srgbClr val="F4F4F4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63640" y="24414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720840" y="2414016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restaurants received a 'Highly Satisfactory' (2) rating?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263640" y="2875788"/>
            <a:ext cx="329184" cy="329184"/>
          </a:xfrm>
          <a:prstGeom prst="ellipse">
            <a:avLst/>
          </a:prstGeom>
          <a:solidFill>
            <a:srgbClr val="F4F4F4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63640" y="287578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720840" y="2848356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Cuernavaca restaurants average an Overall_Rating above 1.0?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6263640" y="3310128"/>
            <a:ext cx="329184" cy="329184"/>
          </a:xfrm>
          <a:prstGeom prst="ellipse">
            <a:avLst/>
          </a:prstGeom>
          <a:solidFill>
            <a:srgbClr val="F4F4F4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63640" y="331012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720840" y="3282696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restaurants get Food_Ratings below the overall average?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6263640" y="3744468"/>
            <a:ext cx="329184" cy="329184"/>
          </a:xfrm>
          <a:prstGeom prst="ellipse">
            <a:avLst/>
          </a:prstGeom>
          <a:solidFill>
            <a:srgbClr val="F4F4F4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63640" y="37444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720840" y="3717036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are the top 2 restaurants per cuisine by Overall_Rating?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6263640" y="4178808"/>
            <a:ext cx="329184" cy="329184"/>
          </a:xfrm>
          <a:prstGeom prst="ellipse">
            <a:avLst/>
          </a:prstGeom>
          <a:solidFill>
            <a:srgbClr val="F4F4F4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63640" y="417880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6720840" y="4151376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each consumer's rating compare with the restaurant average?</a:t>
            </a:r>
            <a:endParaRPr lang="en-US" sz="1150" dirty="0"/>
          </a:p>
        </p:txBody>
      </p:sp>
      <p:pic>
        <p:nvPicPr>
          <p:cNvPr id="49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4375" y="6473952"/>
            <a:ext cx="1051560" cy="219456"/>
          </a:xfrm>
          <a:prstGeom prst="rect">
            <a:avLst/>
          </a:prstGeom>
        </p:spPr>
      </p:pic>
      <p:sp>
        <p:nvSpPr>
          <p:cNvPr id="50" name="Text 47"/>
          <p:cNvSpPr/>
          <p:nvPr/>
        </p:nvSpPr>
        <p:spPr>
          <a:xfrm>
            <a:off x="457200" y="6473952"/>
            <a:ext cx="548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sp>
        <p:nvSpPr>
          <p:cNvPr id="51" name="Text 48"/>
          <p:cNvSpPr/>
          <p:nvPr/>
        </p:nvSpPr>
        <p:spPr>
          <a:xfrm>
            <a:off x="1005840" y="647395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Key Findings</a:t>
            </a:r>
            <a:endParaRPr lang="en-US" sz="3000" dirty="0"/>
          </a:p>
        </p:txBody>
      </p:sp>
      <p:pic>
        <p:nvPicPr>
          <p:cNvPr id="14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4375" y="6473952"/>
            <a:ext cx="1051560" cy="219456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457200" y="6473952"/>
            <a:ext cx="548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005840" y="647395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9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D225C91-A80B-7428-34CF-327ED6954519}"/>
              </a:ext>
            </a:extLst>
          </p:cNvPr>
          <p:cNvSpPr txBox="1"/>
          <p:nvPr/>
        </p:nvSpPr>
        <p:spPr>
          <a:xfrm>
            <a:off x="502920" y="1247122"/>
            <a:ext cx="10225734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The project turned a five-table restaurant–consumer database into clear answers about who consumers are, what they prefer and how restaurants perform.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Consumer segmentation by city, budget, age, occupation and transport gives a solid base for targeting.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Cuisine preference and rating-activity queries show where consumer demand meets restaurant supply.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Overall, Food and Service rating analysis highlights top performers and restaurants that need improvement.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CTEs, window functions and NOT EXISTS enabled leaderboards, rankings and gap analysis.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Views and stored procedures make key reports reusable with a single call.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Overall, SQL alone was enough to move from raw tables to actionable insights for restaurants and recommendation platforms.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ROADBLOCKS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Faced During the Project</a:t>
            </a:r>
            <a:endParaRPr lang="en-US" sz="3000" dirty="0"/>
          </a:p>
        </p:txBody>
      </p:sp>
      <p:pic>
        <p:nvPicPr>
          <p:cNvPr id="19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4375" y="6473952"/>
            <a:ext cx="1051560" cy="219456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457200" y="6473952"/>
            <a:ext cx="548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005840" y="647395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900" dirty="0"/>
          </a:p>
        </p:txBody>
      </p:sp>
      <p:sp>
        <p:nvSpPr>
          <p:cNvPr id="17" name="TextBox 16">
            <a:extLst>
              <a:ext uri="{FF2B5EF4-FFF2-40B4-BE49-F238E27FC236}" cx="11155680">
                <a16:creationId xmlns:a16="http://schemas.microsoft.com/office/drawing/2014/main" id="{DA971C78-E868-EE83-B39D-F0DC489A9C74}"/>
              </a:ext>
            </a:extLst>
          </p:cNvPr>
          <p:cNvSpPr txBox="1"/>
          <p:nvPr/>
        </p:nvSpPr>
        <p:spPr>
          <a:xfrm>
            <a:off x="502920" y="1405749"/>
            <a:ext cx="10225734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900" b="1" dirty="0"/>
              <a:t>Data Quality:</a:t>
            </a:r>
            <a:r>
              <a:rPr lang="en-IN" sz="1900" dirty="0"/>
              <a:t xml:space="preserve"> Blank city, occupation and budget values had to be filtered out.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900" b="1" dirty="0"/>
              <a:t>Rating Scale:</a:t>
            </a:r>
            <a:r>
              <a:rPr lang="en-IN" sz="1900" dirty="0"/>
              <a:t xml:space="preserve"> Interpreting the 0–2 Overall_Rating scale (2 = Highly Satisfactory).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900" b="1" dirty="0"/>
              <a:t>Duplicate Rows:</a:t>
            </a:r>
            <a:r>
              <a:rPr lang="en-IN" sz="1900" dirty="0"/>
              <a:t xml:space="preserve"> Multi-table joins repeated records, so DISTINCT was needed.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900" b="1" dirty="0"/>
              <a:t>Ties in Rankings:</a:t>
            </a:r>
            <a:r>
              <a:rPr lang="en-IN" sz="1900" dirty="0"/>
              <a:t xml:space="preserve"> DENSE_RANK was used so tied restaurants were all included.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900" b="1" dirty="0"/>
              <a:t>No Time Column:</a:t>
            </a:r>
            <a:r>
              <a:rPr lang="en-IN" sz="1900" dirty="0"/>
              <a:t xml:space="preserve"> Restaurant_ID served as a proxy order for LEAD.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900" b="1" dirty="0"/>
              <a:t>No Preference Order:</a:t>
            </a:r>
            <a:r>
              <a:rPr lang="en-IN" sz="1900" dirty="0"/>
              <a:t xml:space="preserve"> ROW_NUMBER used Consumer_ID and Preferred_Cuisine to order.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900" b="1" dirty="0"/>
              <a:t>Complex Logic:</a:t>
            </a:r>
            <a:r>
              <a:rPr lang="en-IN" sz="1900" dirty="0"/>
              <a:t xml:space="preserve"> Views, CTEs and procedures were built and tested step by step.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Improvements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11201400" cy="777240"/>
          </a:xfrm>
          <a:prstGeom prst="roundRect">
            <a:avLst>
              <a:gd name="adj" fmla="val 9412"/>
            </a:avLst>
          </a:prstGeom>
          <a:solidFill>
            <a:srgbClr val="F4F4F4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755648"/>
            <a:ext cx="457200" cy="457200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556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17320" y="160020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Add </a:t>
            </a:r>
            <a:r>
              <a:rPr lang="en-US" sz="1400" dirty="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timestamps and review text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to ratings to enable trend and sentiment analysis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2496312"/>
            <a:ext cx="112014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2651760"/>
            <a:ext cx="457200" cy="457200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651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417320" y="2496312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400" dirty="0"/>
              <a:t xml:space="preserve">Add </a:t>
            </a:r>
            <a:r>
              <a:rPr lang="en-IN" sz="1400" dirty="0" b="1"/>
              <a:t>indexes on Consumer_ID and Restaurant_ID</a:t>
            </a:r>
            <a:r>
              <a:rPr lang="en-IN" sz="1400" dirty="0"/>
              <a:t xml:space="preserve"> to speed up joins as data grows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3392424"/>
            <a:ext cx="11201400" cy="777240"/>
          </a:xfrm>
          <a:prstGeom prst="roundRect">
            <a:avLst>
              <a:gd name="adj" fmla="val 9412"/>
            </a:avLst>
          </a:prstGeom>
          <a:solidFill>
            <a:srgbClr val="F4F4F4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0" y="3547872"/>
            <a:ext cx="457200" cy="457200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5478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17320" y="3392424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400" dirty="0"/>
              <a:t xml:space="preserve">Create more </a:t>
            </a:r>
            <a:r>
              <a:rPr lang="en-IN" sz="1400" dirty="0" b="1"/>
              <a:t>views and stored procedures</a:t>
            </a:r>
            <a:r>
              <a:rPr lang="en-IN" sz="1400" dirty="0"/>
              <a:t xml:space="preserve"> for recurring city-wise and cuisine-wise reports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02920" y="4288536"/>
            <a:ext cx="112014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4443984"/>
            <a:ext cx="457200" cy="457200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4439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417320" y="4288536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Connect the database to </a:t>
            </a:r>
            <a:r>
              <a:rPr lang="en-US" sz="1400" dirty="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or Tableau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for interactive dashboards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02920" y="5128662"/>
            <a:ext cx="11201400" cy="777240"/>
          </a:xfrm>
          <a:prstGeom prst="roundRect">
            <a:avLst>
              <a:gd name="adj" fmla="val 9412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731520" y="5340096"/>
            <a:ext cx="457200" cy="457200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53400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417320" y="5184648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Build a </a:t>
            </a:r>
            <a:r>
              <a:rPr lang="en-US" sz="1400" dirty="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query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using a consumer's preferred cuisine, budget and location</a:t>
            </a:r>
            <a:endParaRPr lang="en-US" sz="1400" dirty="0"/>
          </a:p>
        </p:txBody>
      </p:sp>
      <p:pic>
        <p:nvPicPr>
          <p:cNvPr id="24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4375" y="6473952"/>
            <a:ext cx="1051560" cy="219456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457200" y="6473952"/>
            <a:ext cx="548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005840" y="647395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1500000">
            <a:off x="-1097280" y="-914400"/>
            <a:ext cx="2926080" cy="9144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" name="Shape 1"/>
          <p:cNvSpPr/>
          <p:nvPr/>
        </p:nvSpPr>
        <p:spPr>
          <a:xfrm rot="-1500000">
            <a:off x="-1371600" y="-320040"/>
            <a:ext cx="2926080" cy="50292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" name="Shape 2"/>
          <p:cNvSpPr/>
          <p:nvPr/>
        </p:nvSpPr>
        <p:spPr>
          <a:xfrm rot="-1500000">
            <a:off x="10424160" y="6400800"/>
            <a:ext cx="2926080" cy="9144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5" name="Shape 3"/>
          <p:cNvSpPr/>
          <p:nvPr/>
        </p:nvSpPr>
        <p:spPr>
          <a:xfrm rot="-1500000">
            <a:off x="10149840" y="6903720"/>
            <a:ext cx="2926080" cy="502920"/>
          </a:xfrm>
          <a:prstGeom prst="rect">
            <a:avLst/>
          </a:prstGeom>
          <a:solidFill>
            <a:srgbClr val="1A1A1A"/>
          </a:solidFill>
          <a:ln/>
        </p:spPr>
      </p:sp>
      <p:pic>
        <p:nvPicPr>
          <p:cNvPr id="6" name="Image 0" descr="handshak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315200" y="2194560"/>
            <a:ext cx="3291840" cy="23774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2651760"/>
            <a:ext cx="5486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C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Q&amp;A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1280160" y="36118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280160" y="4114800"/>
            <a:ext cx="5669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your time — happy to discuss the queries, insights, or next steps.</a:t>
            </a:r>
            <a:endParaRPr lang="en-US" sz="1250" dirty="0"/>
          </a:p>
        </p:txBody>
      </p:sp>
      <p:pic>
        <p:nvPicPr>
          <p:cNvPr id="10" name="Image 1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0160" y="6080760"/>
            <a:ext cx="1554480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Structure &amp; Schema Overview</a:t>
            </a:r>
            <a:endParaRPr lang="en-US" sz="3000" dirty="0"/>
          </a:p>
        </p:txBody>
      </p:sp>
      <p:pic>
        <p:nvPicPr>
          <p:cNvPr id="4" name="ER Diagram" descr="ER diagram of the Project database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6309360" y="1554480"/>
            <a:ext cx="5394960" cy="3699401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sp>
        <p:nvSpPr>
          <p:cNvPr id="5" name="Text 2"/>
          <p:cNvSpPr/>
          <p:nvPr/>
        </p:nvSpPr>
        <p:spPr>
          <a:xfrm>
            <a:off x="6309360" y="5345321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diagram of the Project database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502920" y="16002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/>
        </p:spPr>
      </p:sp>
      <p:sp>
        <p:nvSpPr>
          <p:cNvPr id="7" name="Text 4"/>
          <p:cNvSpPr/>
          <p:nvPr/>
        </p:nvSpPr>
        <p:spPr>
          <a:xfrm>
            <a:off x="50292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97280" y="15544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Consumers &amp; Preferences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097280" y="1947672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consumers (Consumer_ID, primary key) links one-to-many to consumer_preferences, one row per preferred cuisine.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02920" y="26517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2651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097280" y="26060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Restaurants &amp; Cuisines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097280" y="2999232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restaurants (Restaurant_ID, primary key) links to restaurant_cuisines, so a restaurant can serve many cuisines.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02920" y="37033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/>
        </p:spPr>
      </p:sp>
      <p:sp>
        <p:nvSpPr>
          <p:cNvPr id="15" name="Text 12"/>
          <p:cNvSpPr/>
          <p:nvPr/>
        </p:nvSpPr>
        <p:spPr>
          <a:xfrm>
            <a:off x="502920" y="3703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097280" y="36576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 (Bridge Table)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097280" y="4050792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 connects consumers to restaurants through a composite key (Consumer_ID, Restaurant_ID).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02920" y="4937760"/>
            <a:ext cx="5577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keys enforce integrity across all five tables; two views sit on top for reuse.</a:t>
            </a:r>
            <a:endParaRPr lang="en-US" sz="1200" dirty="0"/>
          </a:p>
        </p:txBody>
      </p:sp>
      <p:pic>
        <p:nvPicPr>
          <p:cNvPr id="19" name="Image 1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74375" y="6473952"/>
            <a:ext cx="1051560" cy="219456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457200" y="6473952"/>
            <a:ext cx="548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1005840" y="647395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&amp; VIEWS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Tables, Views &amp; Key Columns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F4F4F4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828800"/>
            <a:ext cx="502920" cy="502920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24688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283464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Consumer_ID (PK), City, Age, Occupation, Budget, Smoker, Drink_Level, Transportation_Method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37560" y="1600200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F4F4F4"/>
          </a:solidFill>
          <a:ln/>
        </p:spPr>
      </p:sp>
      <p:sp>
        <p:nvSpPr>
          <p:cNvPr id="10" name="Shape 8"/>
          <p:cNvSpPr/>
          <p:nvPr/>
        </p:nvSpPr>
        <p:spPr>
          <a:xfrm>
            <a:off x="3566160" y="1828800"/>
            <a:ext cx="502920" cy="502920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11" name="Text 9"/>
          <p:cNvSpPr/>
          <p:nvPr/>
        </p:nvSpPr>
        <p:spPr>
          <a:xfrm>
            <a:off x="356616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20440" y="24688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20440" y="283464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Restaurant_ID (PK), Name, City, Price, Alcohol_Service, Parking, Franchise, Area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72200" y="1600200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F4F4F4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0" y="1828800"/>
            <a:ext cx="502920" cy="502920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55080" y="24688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55080" y="283464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Overall, Food and Service ratings; composite key (Consumer_ID, Restaurant_ID)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006840" y="1600200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F4F4F4"/>
          </a:solidFill>
          <a:ln/>
        </p:spPr>
      </p:sp>
      <p:sp>
        <p:nvSpPr>
          <p:cNvPr id="20" name="Shape 18"/>
          <p:cNvSpPr/>
          <p:nvPr/>
        </p:nvSpPr>
        <p:spPr>
          <a:xfrm>
            <a:off x="9235440" y="1828800"/>
            <a:ext cx="502920" cy="502920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21" name="Text 19"/>
          <p:cNvSpPr/>
          <p:nvPr/>
        </p:nvSpPr>
        <p:spPr>
          <a:xfrm>
            <a:off x="923544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189720" y="24688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consumer_preferences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189720" y="283464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Consumer_ID (FK) and Preferred_Cuisine; one row per preferred cuisine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02920" y="3977640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F4F4F4"/>
          </a:solidFill>
          <a:ln/>
        </p:spPr>
      </p:sp>
      <p:sp>
        <p:nvSpPr>
          <p:cNvPr id="25" name="Shape 23"/>
          <p:cNvSpPr/>
          <p:nvPr/>
        </p:nvSpPr>
        <p:spPr>
          <a:xfrm>
            <a:off x="731520" y="4206240"/>
            <a:ext cx="502920" cy="502920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4206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85800" y="48463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restaurant_cuisines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85800" y="521208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Restaurant_ID (FK) and Cuisine; a restaurant can serve many cuisines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337560" y="3977640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F4F4F4"/>
          </a:solidFill>
          <a:ln/>
        </p:spPr>
      </p:sp>
      <p:sp>
        <p:nvSpPr>
          <p:cNvPr id="30" name="Shape 28"/>
          <p:cNvSpPr/>
          <p:nvPr/>
        </p:nvSpPr>
        <p:spPr>
          <a:xfrm>
            <a:off x="3566160" y="4206240"/>
            <a:ext cx="502920" cy="502920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31" name="Text 29"/>
          <p:cNvSpPr/>
          <p:nvPr/>
        </p:nvSpPr>
        <p:spPr>
          <a:xfrm>
            <a:off x="3566160" y="4206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520440" y="48463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Mexican Restaurants View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520440" y="521208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HighlyRatedMexicanRestaurants: Mexican venues with average Overall_Rating above 1.5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172200" y="3977640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F4F4F4"/>
          </a:solidFill>
          <a:ln/>
        </p:spPr>
      </p:sp>
      <p:sp>
        <p:nvSpPr>
          <p:cNvPr id="35" name="Shape 33"/>
          <p:cNvSpPr/>
          <p:nvPr/>
        </p:nvSpPr>
        <p:spPr>
          <a:xfrm>
            <a:off x="6400800" y="4206240"/>
            <a:ext cx="502920" cy="502920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0" y="4206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355080" y="48463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Ratings View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355080" y="521208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ConsumerAverageRatings: each Consumer_ID with their average Overall_Rating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9006840" y="3977640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F4F4F4"/>
          </a:solidFill>
          <a:ln/>
        </p:spPr>
      </p:sp>
      <p:sp>
        <p:nvSpPr>
          <p:cNvPr id="40" name="Shape 38"/>
          <p:cNvSpPr/>
          <p:nvPr/>
        </p:nvSpPr>
        <p:spPr>
          <a:xfrm>
            <a:off x="9235440" y="4206240"/>
            <a:ext cx="502920" cy="502920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41" name="Text 39"/>
          <p:cNvSpPr/>
          <p:nvPr/>
        </p:nvSpPr>
        <p:spPr>
          <a:xfrm>
            <a:off x="9235440" y="4206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9189720" y="48463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Procedures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9189720" y="521208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procedures: ratings above a threshold, and consumer segment with restaurant performance</a:t>
            </a:r>
            <a:endParaRPr lang="en-US" sz="1000" dirty="0"/>
          </a:p>
        </p:txBody>
      </p:sp>
      <p:pic>
        <p:nvPicPr>
          <p:cNvPr id="44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4375" y="6473952"/>
            <a:ext cx="1051560" cy="219456"/>
          </a:xfrm>
          <a:prstGeom prst="rect">
            <a:avLst/>
          </a:prstGeom>
        </p:spPr>
      </p:pic>
      <p:sp>
        <p:nvSpPr>
          <p:cNvPr id="45" name="Text 42"/>
          <p:cNvSpPr/>
          <p:nvPr/>
        </p:nvSpPr>
        <p:spPr>
          <a:xfrm>
            <a:off x="457200" y="6473952"/>
            <a:ext cx="548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1005840" y="647395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OBJECTS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Cuisine Preferences &amp; Targeting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554480"/>
            <a:ext cx="658368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Cuisine demand:</a:t>
            </a: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counting distinct consumers per Preferred_Cuisine ranks cuisines by popularity, while joining to ratings shows which preferences generate the most reviews.</a:t>
            </a:r>
            <a:endParaRPr lang="en-US" sz="1350" dirty="0"/>
          </a:p>
          <a:p>
            <a:pPr marL="177800" indent="-1778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list:</a:t>
            </a: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consumers who prefer American cuisine and have a Medium budget form a ready audience for mid-priced American offers.</a:t>
            </a:r>
            <a:endParaRPr lang="en-US" sz="1350" dirty="0"/>
          </a:p>
          <a:p>
            <a:pPr marL="177800" indent="-1778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Dissatisfaction signal:</a:t>
            </a: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Mexican-cuisine fans who gave an Overall_Rating of 0 flag core customers at risk of churn.</a:t>
            </a:r>
            <a:endParaRPr lang="en-US" sz="1350" dirty="0"/>
          </a:p>
          <a:p>
            <a:pPr marL="177800" indent="-1778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analysis:</a:t>
            </a: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NOT EXISTS finds consumers who rated restaurants but never an Italian one, and Mexican fans who never rated a top-rated Mexican restaurant.</a:t>
            </a:r>
            <a:endParaRPr lang="en-US" sz="1350" dirty="0"/>
          </a:p>
          <a:p>
            <a:pPr marL="177800" indent="-1778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</a:t>
            </a: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these lists turn preference data into cross-promotion and recommendation opportunities.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452360" y="1554480"/>
            <a:ext cx="4251960" cy="4160520"/>
          </a:xfrm>
          <a:prstGeom prst="roundRect">
            <a:avLst>
              <a:gd name="adj" fmla="val 2198"/>
            </a:avLst>
          </a:prstGeom>
          <a:solidFill>
            <a:srgbClr val="1A1A1A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0" y="1783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3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TECHNIQUES USED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0" y="210312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Concepts Applied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772400" y="283464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89720" y="28346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consumers per preferred cuisine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72400" y="3438144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JOIN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89720" y="3438144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preferences, consumers and ratings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72400" y="4041648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EXISTS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89720" y="4041648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consumers with no Italian ratings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772400" y="4645152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CTE + VIEW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89720" y="4645152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Mexican fans who haven't rated top Mexican spots</a:t>
            </a:r>
            <a:endParaRPr lang="en-US" sz="1250" dirty="0"/>
          </a:p>
        </p:txBody>
      </p:sp>
      <p:pic>
        <p:nvPicPr>
          <p:cNvPr id="16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4375" y="6473952"/>
            <a:ext cx="1051560" cy="219456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457200" y="6473952"/>
            <a:ext cx="548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005840" y="647395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RESULTS &amp; INSIGHTS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Restaurant Profile &amp; Market Mix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554480"/>
            <a:ext cx="658368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Mid-range alcohol venues:</a:t>
            </a: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restaurants with Wine &amp; Beer service at Medium price are shortlisted by name and city.</a:t>
            </a:r>
            <a:endParaRPr lang="en-US" sz="1350" dirty="0"/>
          </a:p>
          <a:p>
            <a:pPr marL="177800" indent="-1778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Franchise presence:</a:t>
            </a: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listing franchise outlets shows which cities host chain restaurants.</a:t>
            </a:r>
            <a:endParaRPr lang="en-US" sz="1350" dirty="0"/>
          </a:p>
          <a:p>
            <a:pPr marL="177800" indent="-1778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Cuisine supply:</a:t>
            </a: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counting distinct restaurants per cuisine can be set against consumer preferences to spot supply–demand gaps.</a:t>
            </a:r>
            <a:endParaRPr lang="en-US" sz="1350" dirty="0"/>
          </a:p>
          <a:p>
            <a:pPr marL="177800" indent="-1778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mix:</a:t>
            </a: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grouping restaurants by Price level shows how the market splits across price tiers.</a:t>
            </a:r>
            <a:endParaRPr lang="en-US" sz="1350" dirty="0"/>
          </a:p>
          <a:p>
            <a:pPr marL="177800" indent="-1778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fit:</a:t>
            </a: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Pizzeria restaurants in cities with student consumers, and restaurants rated by consumers over 30 or in San Luis Potosi, link venues to audiences.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452360" y="1554480"/>
            <a:ext cx="4251960" cy="4160520"/>
          </a:xfrm>
          <a:prstGeom prst="roundRect">
            <a:avLst>
              <a:gd name="adj" fmla="val 2198"/>
            </a:avLst>
          </a:prstGeom>
          <a:solidFill>
            <a:srgbClr val="1A1A1A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0" y="1783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3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TECHNIQUES USED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0" y="210312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Concepts Applied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772400" y="283464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89720" y="28346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Wine &amp; Beer, Medium-price restaurants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72400" y="3438144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JOIN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89720" y="3438144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restaurants, cuisines and consumer cities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72400" y="4041648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89720" y="4041648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restaurants per cuisine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772400" y="4645152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 BY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89720" y="4645152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mix by price level</a:t>
            </a:r>
            <a:endParaRPr lang="en-US" sz="1250" dirty="0"/>
          </a:p>
        </p:txBody>
      </p:sp>
      <p:pic>
        <p:nvPicPr>
          <p:cNvPr id="16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4375" y="6473952"/>
            <a:ext cx="1051560" cy="219456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457200" y="6473952"/>
            <a:ext cx="548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005840" y="647395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RESULTS &amp; INSIGHTS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Ratings &amp; Satisfaction Analysis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554480"/>
            <a:ext cx="658368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Top-rated restaurants:</a:t>
            </a: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listing restaurants with an Overall_Rating of 2 (Highly Satisfactory) shows who delights consumers.</a:t>
            </a:r>
            <a:endParaRPr lang="en-US" sz="1350" dirty="0"/>
          </a:p>
          <a:p>
            <a:pPr marL="177800" indent="-1778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performance:</a:t>
            </a: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average Overall_Rating per restaurant, filtered to Cuernavaca and above 1.0, highlights strong city-level performers.</a:t>
            </a:r>
            <a:endParaRPr lang="en-US" sz="1350" dirty="0"/>
          </a:p>
          <a:p>
            <a:pPr marL="177800" indent="-1778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quality alerts:</a:t>
            </a: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a subquery compares Food_Rating with the overall average to flag restaurants that need food-quality attention.</a:t>
            </a:r>
            <a:endParaRPr lang="en-US" sz="1350" dirty="0"/>
          </a:p>
          <a:p>
            <a:pPr marL="177800" indent="-1778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Best-of Mexican list:</a:t>
            </a: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the HighlyRatedMexicanRestaurants view keeps Mexican restaurants averaging above 1.5 for repeated use.</a:t>
            </a:r>
            <a:endParaRPr lang="en-US" sz="1350" dirty="0"/>
          </a:p>
          <a:p>
            <a:pPr marL="177800" indent="-1778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</a:t>
            </a: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benchmarking ratings against averages pinpoints where each restaurant is strong or weak.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452360" y="1554480"/>
            <a:ext cx="4251960" cy="4160520"/>
          </a:xfrm>
          <a:prstGeom prst="roundRect">
            <a:avLst>
              <a:gd name="adj" fmla="val 2198"/>
            </a:avLst>
          </a:prstGeom>
          <a:solidFill>
            <a:srgbClr val="1A1A1A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0" y="1783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3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TECHNIQUES USED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0" y="210312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Concepts Applied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772400" y="283464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89720" y="28346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restaurants with Overall_Rating = 2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72400" y="3438144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89720" y="3438144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Cuernavaca averages above 1.0 via HAVING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72400" y="4041648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SUBQUERY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89720" y="4041648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rating below the overall average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772400" y="4645152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VIEW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89720" y="4645152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Mexican restaurants averaging above 1.5</a:t>
            </a:r>
            <a:endParaRPr lang="en-US" sz="1250" dirty="0"/>
          </a:p>
        </p:txBody>
      </p:sp>
      <p:pic>
        <p:nvPicPr>
          <p:cNvPr id="16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4375" y="6473952"/>
            <a:ext cx="1051560" cy="219456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457200" y="6473952"/>
            <a:ext cx="548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005840" y="647395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RESULTS &amp; INSIGHTS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Rankings with CTEs &amp; Window Functions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554480"/>
            <a:ext cx="658368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Rater baseline:</a:t>
            </a: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AVG() OVER (PARTITION BY consumer) puts each rating beside the consumer’s own average, separating strict from generous raters.</a:t>
            </a:r>
            <a:endParaRPr lang="en-US" sz="1350" dirty="0"/>
          </a:p>
          <a:p>
            <a:pPr marL="177800" indent="-1778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Cuisine leaderboards:</a:t>
            </a: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DENSE_RANK in a CTE returns the top 2 restaurants per cuisine, with ties included.</a:t>
            </a:r>
            <a:endParaRPr lang="en-US" sz="1350" dirty="0"/>
          </a:p>
          <a:p>
            <a:pPr marL="177800" indent="-1778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rankings:</a:t>
            </a: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ratings for Cuernavaca restaurants are ranked within each restaurant, highest first.</a:t>
            </a:r>
            <a:endParaRPr lang="en-US" sz="1350" dirty="0"/>
          </a:p>
          <a:p>
            <a:pPr marL="177800" indent="-1778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sequence:</a:t>
            </a: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LEAD compares each of consumer U1008’s ratings with the next one (Restaurant_ID as a time proxy).</a:t>
            </a:r>
            <a:endParaRPr lang="en-US" sz="1350" dirty="0"/>
          </a:p>
          <a:p>
            <a:pPr marL="177800" indent="-1778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consumers:</a:t>
            </a: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a view and CTE find the top 5 consumers by average rating and count the Mexican restaurants they rated; ROW_NUMBER lists the top 3 cuisines for low-budget students.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452360" y="1554480"/>
            <a:ext cx="4251960" cy="4160520"/>
          </a:xfrm>
          <a:prstGeom prst="roundRect">
            <a:avLst>
              <a:gd name="adj" fmla="val 2198"/>
            </a:avLst>
          </a:prstGeom>
          <a:solidFill>
            <a:srgbClr val="1A1A1A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0" y="1783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3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TECHNIQUES USED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0" y="210312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Concepts Applied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772400" y="283464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AVG OVER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89720" y="28346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Consumer's average beside each rating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72400" y="3438144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DENSE_RANK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89720" y="3438144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2 restaurants per cuisine, ties kept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72400" y="4041648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ROW_NUMBER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89720" y="4041648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cuisines per low-budget student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772400" y="4645152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89720" y="4645152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a consumer's next rating</a:t>
            </a:r>
            <a:endParaRPr lang="en-US" sz="1250" dirty="0"/>
          </a:p>
        </p:txBody>
      </p:sp>
      <p:pic>
        <p:nvPicPr>
          <p:cNvPr id="16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4375" y="6473952"/>
            <a:ext cx="1051560" cy="219456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457200" y="6473952"/>
            <a:ext cx="548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005840" y="647395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RESULTS &amp; INSIGHTS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Views &amp; Stored Procedures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554480"/>
            <a:ext cx="658368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ConsumerAverageRatings view:</a:t>
            </a: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gives each consumer’s average Overall_Rating in one line and feeds the top-5 consumer CTE.</a:t>
            </a:r>
            <a:endParaRPr lang="en-US" sz="1350" dirty="0"/>
          </a:p>
          <a:p>
            <a:pPr marL="177800" indent="-1778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HighlyRatedMexicanRestaurants view:</a:t>
            </a: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packages a join and aggregation once, then reuses it for gap analysis.</a:t>
            </a:r>
            <a:endParaRPr lang="en-US" sz="1350" dirty="0"/>
          </a:p>
          <a:p>
            <a:pPr marL="177800" indent="-1778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GetRestaurantRatingsAboveThreshold:</a:t>
            </a: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takes a Restaurant_ID and a minimum rating and returns consumer, overall, food and service ratings.</a:t>
            </a:r>
            <a:endParaRPr lang="en-US" sz="1350" dirty="0"/>
          </a:p>
          <a:p>
            <a:pPr marL="177800" indent="-1778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GetConsumerSegmentAndRestaurantPerformance:</a:t>
            </a: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maps Budget to a spending segment, compares each rating with the restaurant average (Above, At or Below) and ranks restaurants for that consumer.</a:t>
            </a:r>
            <a:endParaRPr lang="en-US" sz="1350" dirty="0"/>
          </a:p>
          <a:p>
            <a:pPr marL="177800" indent="-1778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</a:t>
            </a: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one CALL produces a consumer profile report that analysts and CRM teams can reuse.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452360" y="1554480"/>
            <a:ext cx="4251960" cy="4160520"/>
          </a:xfrm>
          <a:prstGeom prst="roundRect">
            <a:avLst>
              <a:gd name="adj" fmla="val 2198"/>
            </a:avLst>
          </a:prstGeom>
          <a:solidFill>
            <a:srgbClr val="1A1A1A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0" y="1783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3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TECHNIQUES USED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0" y="210312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Concepts Applied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772400" y="283464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VIEW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89720" y="28346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consumer and Mexican-restaurant views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72400" y="3438144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PROCEDURE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89720" y="3438144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 above a threshold for a restaurant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72400" y="4041648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89720" y="4041648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Budget to a spending segment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772400" y="4645152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89720" y="4645152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/ At / Below restaurant average</a:t>
            </a:r>
            <a:endParaRPr lang="en-US" sz="1250" dirty="0"/>
          </a:p>
        </p:txBody>
      </p:sp>
      <p:pic>
        <p:nvPicPr>
          <p:cNvPr id="16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4375" y="6473952"/>
            <a:ext cx="1051560" cy="219456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457200" y="6473952"/>
            <a:ext cx="548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005840" y="647395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RESULTS &amp; INSIGHTS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398</TotalTime>
  <Words>1660</Words>
  <Application>Microsoft Office PowerPoint</Application>
  <PresentationFormat>Widescreen</PresentationFormat>
  <Paragraphs>280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Cambria</vt:lpstr>
      <vt:lpstr>Lato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shridhar balla</cp:lastModifiedBy>
  <cp:revision>2</cp:revision>
  <dcterms:created xsi:type="dcterms:W3CDTF">2026-08-22T04:03:31Z</dcterms:created>
  <dcterms:modified xsi:type="dcterms:W3CDTF">2026-08-28T11:47:46Z</dcterms:modified>
</cp:coreProperties>
</file>